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60" r:id="rId4"/>
    <p:sldId id="262" r:id="rId5"/>
    <p:sldId id="263" r:id="rId6"/>
    <p:sldId id="314" r:id="rId7"/>
    <p:sldId id="315" r:id="rId8"/>
    <p:sldId id="316" r:id="rId9"/>
    <p:sldId id="317" r:id="rId10"/>
    <p:sldId id="318" r:id="rId11"/>
    <p:sldId id="319" r:id="rId12"/>
    <p:sldId id="32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is template" id="{CB501D98-E7D1-447D-BB7A-3B094520D39A}">
          <p14:sldIdLst/>
        </p14:section>
        <p14:section name="Presentation" id="{085B1DE8-F6D8-484A-8EB8-15A51F3C1919}">
          <p14:sldIdLst>
            <p14:sldId id="257"/>
            <p14:sldId id="258"/>
            <p14:sldId id="260"/>
            <p14:sldId id="262"/>
            <p14:sldId id="263"/>
            <p14:sldId id="314"/>
            <p14:sldId id="315"/>
            <p14:sldId id="316"/>
            <p14:sldId id="317"/>
            <p14:sldId id="318"/>
            <p14:sldId id="319"/>
            <p14:sldId id="320"/>
          </p14:sldIdLst>
        </p14:section>
        <p14:section name="Native PowerPointgraphic library" id="{B2401A0D-5D11-4757-9CD9-C088FBCB46B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Helle Formatvorlage 2 - Akz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27" autoAdjust="0"/>
  </p:normalViewPr>
  <p:slideViewPr>
    <p:cSldViewPr snapToGrid="0" showGuides="1">
      <p:cViewPr varScale="1">
        <p:scale>
          <a:sx n="91" d="100"/>
          <a:sy n="91" d="100"/>
        </p:scale>
        <p:origin x="322" y="72"/>
      </p:cViewPr>
      <p:guideLst/>
    </p:cSldViewPr>
  </p:slideViewPr>
  <p:outlineViewPr>
    <p:cViewPr>
      <p:scale>
        <a:sx n="33" d="100"/>
        <a:sy n="33" d="100"/>
      </p:scale>
      <p:origin x="0" y="-4259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513FD7-AC6A-42CA-800C-7AD623B3B802}"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2211A-8E5B-4FFA-A786-34743D5CB26B}" type="slidenum">
              <a:rPr lang="en-US" smtClean="0"/>
              <a:t>‹#›</a:t>
            </a:fld>
            <a:endParaRPr lang="en-US"/>
          </a:p>
        </p:txBody>
      </p:sp>
    </p:spTree>
    <p:extLst>
      <p:ext uri="{BB962C8B-B14F-4D97-AF65-F5344CB8AC3E}">
        <p14:creationId xmlns:p14="http://schemas.microsoft.com/office/powerpoint/2010/main" val="86035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2211A-8E5B-4FFA-A786-34743D5CB26B}" type="slidenum">
              <a:rPr lang="en-US" smtClean="0"/>
              <a:t>1</a:t>
            </a:fld>
            <a:endParaRPr lang="en-US"/>
          </a:p>
        </p:txBody>
      </p:sp>
    </p:spTree>
    <p:extLst>
      <p:ext uri="{BB962C8B-B14F-4D97-AF65-F5344CB8AC3E}">
        <p14:creationId xmlns:p14="http://schemas.microsoft.com/office/powerpoint/2010/main" val="29958683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Z 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5189-859E-A5BE-524E-0CF121D6DEC5}"/>
              </a:ext>
            </a:extLst>
          </p:cNvPr>
          <p:cNvSpPr>
            <a:spLocks noGrp="1"/>
          </p:cNvSpPr>
          <p:nvPr>
            <p:ph type="ctrTitle"/>
          </p:nvPr>
        </p:nvSpPr>
        <p:spPr>
          <a:xfrm>
            <a:off x="479425" y="1773238"/>
            <a:ext cx="11230573" cy="1736725"/>
          </a:xfrm>
        </p:spPr>
        <p:txBody>
          <a:bodyPr anchor="t" anchorCtr="0"/>
          <a:lstStyle>
            <a:lvl1pPr algn="l">
              <a:lnSpc>
                <a:spcPts val="7200"/>
              </a:lnSpc>
              <a:defRPr sz="7200"/>
            </a:lvl1pPr>
          </a:lstStyle>
          <a:p>
            <a:r>
              <a:rPr lang="en-US"/>
              <a:t>Click to edit Master title style</a:t>
            </a:r>
          </a:p>
        </p:txBody>
      </p:sp>
      <p:sp>
        <p:nvSpPr>
          <p:cNvPr id="3" name="Subtitle 2">
            <a:extLst>
              <a:ext uri="{FF2B5EF4-FFF2-40B4-BE49-F238E27FC236}">
                <a16:creationId xmlns:a16="http://schemas.microsoft.com/office/drawing/2014/main" id="{2E6F7644-4D5B-4D56-1AB5-75A74EEFB9B0}"/>
              </a:ext>
            </a:extLst>
          </p:cNvPr>
          <p:cNvSpPr>
            <a:spLocks noGrp="1"/>
          </p:cNvSpPr>
          <p:nvPr>
            <p:ph type="subTitle" idx="1"/>
          </p:nvPr>
        </p:nvSpPr>
        <p:spPr>
          <a:xfrm>
            <a:off x="479424" y="3888000"/>
            <a:ext cx="9324975" cy="655124"/>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Grafik 5">
            <a:extLst>
              <a:ext uri="{FF2B5EF4-FFF2-40B4-BE49-F238E27FC236}">
                <a16:creationId xmlns:a16="http://schemas.microsoft.com/office/drawing/2014/main" id="{EF8A2FA0-B414-8749-27D0-493DCC92A87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9" name="Text Placeholder 8">
            <a:extLst>
              <a:ext uri="{FF2B5EF4-FFF2-40B4-BE49-F238E27FC236}">
                <a16:creationId xmlns:a16="http://schemas.microsoft.com/office/drawing/2014/main" id="{DF7D31C7-0AD8-93CC-AF23-B1EADF03E558}"/>
              </a:ext>
            </a:extLst>
          </p:cNvPr>
          <p:cNvSpPr>
            <a:spLocks noGrp="1"/>
          </p:cNvSpPr>
          <p:nvPr>
            <p:ph type="body" sz="quarter" idx="13"/>
          </p:nvPr>
        </p:nvSpPr>
        <p:spPr>
          <a:xfrm>
            <a:off x="479425" y="4783138"/>
            <a:ext cx="3600450" cy="1732862"/>
          </a:xfrm>
        </p:spPr>
        <p:txBody>
          <a:bodyPr anchor="b" anchorCtr="0"/>
          <a:lstStyle>
            <a:lvl1pPr>
              <a:defRPr sz="1200"/>
            </a:lvl1pPr>
          </a:lstStyle>
          <a:p>
            <a:pPr lvl="0"/>
            <a:r>
              <a:rPr lang="en-US"/>
              <a:t>Click to edit Master text styles</a:t>
            </a:r>
          </a:p>
        </p:txBody>
      </p:sp>
      <p:sp>
        <p:nvSpPr>
          <p:cNvPr id="10" name="Date Placeholder 9">
            <a:extLst>
              <a:ext uri="{FF2B5EF4-FFF2-40B4-BE49-F238E27FC236}">
                <a16:creationId xmlns:a16="http://schemas.microsoft.com/office/drawing/2014/main" id="{C47E0EE6-8707-0992-3300-095AD9EEE6E3}"/>
              </a:ext>
            </a:extLst>
          </p:cNvPr>
          <p:cNvSpPr>
            <a:spLocks noGrp="1"/>
          </p:cNvSpPr>
          <p:nvPr>
            <p:ph type="dt" sz="half" idx="14"/>
          </p:nvPr>
        </p:nvSpPr>
        <p:spPr/>
        <p:txBody>
          <a:bodyPr/>
          <a:lstStyle>
            <a:lvl1pPr>
              <a:defRPr>
                <a:solidFill>
                  <a:schemeClr val="tx1"/>
                </a:solidFill>
              </a:defRPr>
            </a:lvl1pPr>
          </a:lstStyle>
          <a:p>
            <a:r>
              <a:rPr lang="de-DE"/>
              <a:t>© Allianz 20XX</a:t>
            </a:r>
            <a:endParaRPr lang="en-US"/>
          </a:p>
        </p:txBody>
      </p:sp>
      <p:sp>
        <p:nvSpPr>
          <p:cNvPr id="11" name="Footer Placeholder 10">
            <a:extLst>
              <a:ext uri="{FF2B5EF4-FFF2-40B4-BE49-F238E27FC236}">
                <a16:creationId xmlns:a16="http://schemas.microsoft.com/office/drawing/2014/main" id="{90BEFA0C-DA27-EF54-BE1B-9263E955DE28}"/>
              </a:ext>
            </a:extLst>
          </p:cNvPr>
          <p:cNvSpPr>
            <a:spLocks noGrp="1"/>
          </p:cNvSpPr>
          <p:nvPr>
            <p:ph type="ftr" sz="quarter" idx="15"/>
          </p:nvPr>
        </p:nvSpPr>
        <p:spPr/>
        <p:txBody>
          <a:bodyPr/>
          <a:lstStyle/>
          <a:p>
            <a:r>
              <a:rPr lang="en-US"/>
              <a:t>Footer placeholder is not used?</a:t>
            </a:r>
          </a:p>
        </p:txBody>
      </p:sp>
      <p:sp>
        <p:nvSpPr>
          <p:cNvPr id="12" name="Slide Number Placeholder 11">
            <a:extLst>
              <a:ext uri="{FF2B5EF4-FFF2-40B4-BE49-F238E27FC236}">
                <a16:creationId xmlns:a16="http://schemas.microsoft.com/office/drawing/2014/main" id="{28E51270-19B8-61E3-E4EF-9778373BCEF9}"/>
              </a:ext>
            </a:extLst>
          </p:cNvPr>
          <p:cNvSpPr>
            <a:spLocks noGrp="1"/>
          </p:cNvSpPr>
          <p:nvPr>
            <p:ph type="sldNum" sz="quarter" idx="16"/>
          </p:nvPr>
        </p:nvSpPr>
        <p:spPr/>
        <p:txBody>
          <a:bodyPr/>
          <a:lstStyle>
            <a:lvl1pPr>
              <a:defRPr>
                <a:solidFill>
                  <a:schemeClr val="tx1">
                    <a:alpha val="0"/>
                  </a:schemeClr>
                </a:solidFill>
              </a:defRPr>
            </a:lvl1pPr>
          </a:lstStyle>
          <a:p>
            <a:fld id="{C832ED59-5903-48CD-935E-2E905FC656A7}" type="slidenum">
              <a:rPr lang="en-US" smtClean="0"/>
              <a:pPr/>
              <a:t>‹#›</a:t>
            </a:fld>
            <a:endParaRPr lang="en-US"/>
          </a:p>
        </p:txBody>
      </p:sp>
    </p:spTree>
    <p:extLst>
      <p:ext uri="{BB962C8B-B14F-4D97-AF65-F5344CB8AC3E}">
        <p14:creationId xmlns:p14="http://schemas.microsoft.com/office/powerpoint/2010/main" val="404868660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Z Title Slide with Imag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3144F465-ACCD-ABB6-A94E-C412D1362409}"/>
              </a:ext>
            </a:extLst>
          </p:cNvPr>
          <p:cNvSpPr>
            <a:spLocks noGrp="1"/>
          </p:cNvSpPr>
          <p:nvPr>
            <p:ph type="pic" sz="quarter" idx="14"/>
          </p:nvPr>
        </p:nvSpPr>
        <p:spPr>
          <a:xfrm>
            <a:off x="5334000" y="0"/>
            <a:ext cx="6858000" cy="6858000"/>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6C165189-859E-A5BE-524E-0CF121D6DEC5}"/>
              </a:ext>
            </a:extLst>
          </p:cNvPr>
          <p:cNvSpPr>
            <a:spLocks noGrp="1"/>
          </p:cNvSpPr>
          <p:nvPr>
            <p:ph type="ctrTitle"/>
          </p:nvPr>
        </p:nvSpPr>
        <p:spPr>
          <a:xfrm>
            <a:off x="479426" y="1808163"/>
            <a:ext cx="4641216" cy="1701800"/>
          </a:xfrm>
        </p:spPr>
        <p:txBody>
          <a:bodyPr anchor="t" anchorCtr="0"/>
          <a:lstStyle>
            <a:lvl1pPr algn="l">
              <a:lnSpc>
                <a:spcPts val="5400"/>
              </a:lnSpc>
              <a:defRPr sz="5400"/>
            </a:lvl1pPr>
          </a:lstStyle>
          <a:p>
            <a:r>
              <a:rPr lang="en-US"/>
              <a:t>Click to edit Master title style</a:t>
            </a:r>
          </a:p>
        </p:txBody>
      </p:sp>
      <p:sp>
        <p:nvSpPr>
          <p:cNvPr id="3" name="Subtitle 2">
            <a:extLst>
              <a:ext uri="{FF2B5EF4-FFF2-40B4-BE49-F238E27FC236}">
                <a16:creationId xmlns:a16="http://schemas.microsoft.com/office/drawing/2014/main" id="{2E6F7644-4D5B-4D56-1AB5-75A74EEFB9B0}"/>
              </a:ext>
            </a:extLst>
          </p:cNvPr>
          <p:cNvSpPr>
            <a:spLocks noGrp="1"/>
          </p:cNvSpPr>
          <p:nvPr>
            <p:ph type="subTitle" idx="1"/>
          </p:nvPr>
        </p:nvSpPr>
        <p:spPr>
          <a:xfrm>
            <a:off x="479425" y="3888000"/>
            <a:ext cx="4641216" cy="655124"/>
          </a:xfr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Grafik 5">
            <a:extLst>
              <a:ext uri="{FF2B5EF4-FFF2-40B4-BE49-F238E27FC236}">
                <a16:creationId xmlns:a16="http://schemas.microsoft.com/office/drawing/2014/main" id="{EF8A2FA0-B414-8749-27D0-493DCC92A87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9" name="Text Placeholder 8">
            <a:extLst>
              <a:ext uri="{FF2B5EF4-FFF2-40B4-BE49-F238E27FC236}">
                <a16:creationId xmlns:a16="http://schemas.microsoft.com/office/drawing/2014/main" id="{DF7D31C7-0AD8-93CC-AF23-B1EADF03E558}"/>
              </a:ext>
            </a:extLst>
          </p:cNvPr>
          <p:cNvSpPr>
            <a:spLocks noGrp="1"/>
          </p:cNvSpPr>
          <p:nvPr>
            <p:ph type="body" sz="quarter" idx="13"/>
          </p:nvPr>
        </p:nvSpPr>
        <p:spPr>
          <a:xfrm>
            <a:off x="479425" y="4783138"/>
            <a:ext cx="3600450" cy="1732862"/>
          </a:xfrm>
        </p:spPr>
        <p:txBody>
          <a:bodyPr anchor="b" anchorCtr="0"/>
          <a:lstStyle>
            <a:lvl1pPr>
              <a:defRPr sz="1200"/>
            </a:lvl1pPr>
          </a:lstStyle>
          <a:p>
            <a:pPr lvl="0"/>
            <a:r>
              <a:rPr lang="en-US"/>
              <a:t>Click to edit Master text styles</a:t>
            </a:r>
          </a:p>
        </p:txBody>
      </p:sp>
      <p:sp>
        <p:nvSpPr>
          <p:cNvPr id="11" name="Date Placeholder 10">
            <a:extLst>
              <a:ext uri="{FF2B5EF4-FFF2-40B4-BE49-F238E27FC236}">
                <a16:creationId xmlns:a16="http://schemas.microsoft.com/office/drawing/2014/main" id="{D04C065C-8BA9-3718-F8F7-BC2D794A2CF7}"/>
              </a:ext>
            </a:extLst>
          </p:cNvPr>
          <p:cNvSpPr>
            <a:spLocks noGrp="1"/>
          </p:cNvSpPr>
          <p:nvPr>
            <p:ph type="dt" sz="half" idx="15"/>
          </p:nvPr>
        </p:nvSpPr>
        <p:spPr/>
        <p:txBody>
          <a:bodyPr/>
          <a:lstStyle>
            <a:lvl1pPr>
              <a:defRPr>
                <a:solidFill>
                  <a:schemeClr val="bg1"/>
                </a:solidFill>
              </a:defRPr>
            </a:lvl1pPr>
          </a:lstStyle>
          <a:p>
            <a:r>
              <a:rPr lang="de-DE"/>
              <a:t>© Allianz 20XX</a:t>
            </a:r>
            <a:endParaRPr lang="en-US"/>
          </a:p>
        </p:txBody>
      </p:sp>
      <p:sp>
        <p:nvSpPr>
          <p:cNvPr id="12" name="Footer Placeholder 11">
            <a:extLst>
              <a:ext uri="{FF2B5EF4-FFF2-40B4-BE49-F238E27FC236}">
                <a16:creationId xmlns:a16="http://schemas.microsoft.com/office/drawing/2014/main" id="{52DC53CE-FE79-C0B7-24E4-8EBABD1BCBF0}"/>
              </a:ext>
            </a:extLst>
          </p:cNvPr>
          <p:cNvSpPr>
            <a:spLocks noGrp="1"/>
          </p:cNvSpPr>
          <p:nvPr>
            <p:ph type="ftr" sz="quarter" idx="16"/>
          </p:nvPr>
        </p:nvSpPr>
        <p:spPr/>
        <p:txBody>
          <a:bodyPr/>
          <a:lstStyle/>
          <a:p>
            <a:r>
              <a:rPr lang="en-US"/>
              <a:t>Footer placeholder is not used?</a:t>
            </a:r>
          </a:p>
        </p:txBody>
      </p:sp>
      <p:sp>
        <p:nvSpPr>
          <p:cNvPr id="13" name="Slide Number Placeholder 12">
            <a:extLst>
              <a:ext uri="{FF2B5EF4-FFF2-40B4-BE49-F238E27FC236}">
                <a16:creationId xmlns:a16="http://schemas.microsoft.com/office/drawing/2014/main" id="{FBF7EBB9-1CE6-E534-39E8-4703EDCDC1AD}"/>
              </a:ext>
            </a:extLst>
          </p:cNvPr>
          <p:cNvSpPr>
            <a:spLocks noGrp="1"/>
          </p:cNvSpPr>
          <p:nvPr>
            <p:ph type="sldNum" sz="quarter" idx="17"/>
          </p:nvPr>
        </p:nvSpPr>
        <p:spPr/>
        <p:txBody>
          <a:bodyPr/>
          <a:lstStyle>
            <a:lvl1pPr>
              <a:defRPr>
                <a:solidFill>
                  <a:schemeClr val="tx1">
                    <a:alpha val="0"/>
                  </a:schemeClr>
                </a:solidFill>
              </a:defRPr>
            </a:lvl1pPr>
          </a:lstStyle>
          <a:p>
            <a:fld id="{C832ED59-5903-48CD-935E-2E905FC656A7}" type="slidenum">
              <a:rPr lang="en-US" smtClean="0"/>
              <a:pPr/>
              <a:t>‹#›</a:t>
            </a:fld>
            <a:endParaRPr lang="en-US"/>
          </a:p>
        </p:txBody>
      </p:sp>
    </p:spTree>
    <p:extLst>
      <p:ext uri="{BB962C8B-B14F-4D97-AF65-F5344CB8AC3E}">
        <p14:creationId xmlns:p14="http://schemas.microsoft.com/office/powerpoint/2010/main" val="199181236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Z Chapter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5B7A4-B18F-3BDF-0344-13FF0492147C}"/>
              </a:ext>
            </a:extLst>
          </p:cNvPr>
          <p:cNvSpPr>
            <a:spLocks noGrp="1"/>
          </p:cNvSpPr>
          <p:nvPr>
            <p:ph type="title"/>
          </p:nvPr>
        </p:nvSpPr>
        <p:spPr>
          <a:xfrm>
            <a:off x="479425" y="1808163"/>
            <a:ext cx="5508625" cy="2068512"/>
          </a:xfrm>
        </p:spPr>
        <p:txBody>
          <a:bodyPr anchor="t" anchorCtr="0"/>
          <a:lstStyle>
            <a:lvl1pPr>
              <a:lnSpc>
                <a:spcPts val="4800"/>
              </a:lnSpc>
              <a:defRPr sz="4800"/>
            </a:lvl1pPr>
          </a:lstStyle>
          <a:p>
            <a:r>
              <a:rPr lang="en-US"/>
              <a:t>Click to edit Master title style</a:t>
            </a:r>
          </a:p>
        </p:txBody>
      </p:sp>
      <p:sp>
        <p:nvSpPr>
          <p:cNvPr id="3" name="Text Placeholder 2">
            <a:extLst>
              <a:ext uri="{FF2B5EF4-FFF2-40B4-BE49-F238E27FC236}">
                <a16:creationId xmlns:a16="http://schemas.microsoft.com/office/drawing/2014/main" id="{BD13E778-438F-F0C9-855B-7752F44371ED}"/>
              </a:ext>
            </a:extLst>
          </p:cNvPr>
          <p:cNvSpPr>
            <a:spLocks noGrp="1"/>
          </p:cNvSpPr>
          <p:nvPr>
            <p:ph type="body" idx="1"/>
          </p:nvPr>
        </p:nvSpPr>
        <p:spPr>
          <a:xfrm>
            <a:off x="479425" y="3888000"/>
            <a:ext cx="5508625" cy="1500187"/>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7">
            <a:extLst>
              <a:ext uri="{FF2B5EF4-FFF2-40B4-BE49-F238E27FC236}">
                <a16:creationId xmlns:a16="http://schemas.microsoft.com/office/drawing/2014/main" id="{98241256-C125-3FCA-009B-B2FAE2803A34}"/>
              </a:ext>
            </a:extLst>
          </p:cNvPr>
          <p:cNvSpPr>
            <a:spLocks noGrp="1"/>
          </p:cNvSpPr>
          <p:nvPr>
            <p:ph type="body" sz="quarter" idx="13" hasCustomPrompt="1"/>
          </p:nvPr>
        </p:nvSpPr>
        <p:spPr>
          <a:xfrm>
            <a:off x="6203950" y="600075"/>
            <a:ext cx="3609975" cy="5565775"/>
          </a:xfrm>
        </p:spPr>
        <p:txBody>
          <a:bodyPr/>
          <a:lstStyle>
            <a:lvl1pPr algn="ctr">
              <a:defRPr sz="38000"/>
            </a:lvl1pPr>
          </a:lstStyle>
          <a:p>
            <a:pPr lvl="0"/>
            <a:r>
              <a:rPr lang="de-DE"/>
              <a:t>1</a:t>
            </a:r>
            <a:endParaRPr lang="en-US"/>
          </a:p>
        </p:txBody>
      </p:sp>
      <p:sp>
        <p:nvSpPr>
          <p:cNvPr id="9" name="Date Placeholder 8">
            <a:extLst>
              <a:ext uri="{FF2B5EF4-FFF2-40B4-BE49-F238E27FC236}">
                <a16:creationId xmlns:a16="http://schemas.microsoft.com/office/drawing/2014/main" id="{7EFA0CF5-A17F-F295-F854-A52A66CAB320}"/>
              </a:ext>
            </a:extLst>
          </p:cNvPr>
          <p:cNvSpPr>
            <a:spLocks noGrp="1"/>
          </p:cNvSpPr>
          <p:nvPr>
            <p:ph type="dt" sz="half" idx="14"/>
          </p:nvPr>
        </p:nvSpPr>
        <p:spPr/>
        <p:txBody>
          <a:bodyPr/>
          <a:lstStyle/>
          <a:p>
            <a:r>
              <a:rPr lang="de-DE"/>
              <a:t>© Allianz 20XX</a:t>
            </a:r>
            <a:endParaRPr lang="en-US"/>
          </a:p>
        </p:txBody>
      </p:sp>
      <p:sp>
        <p:nvSpPr>
          <p:cNvPr id="10" name="Footer Placeholder 9">
            <a:extLst>
              <a:ext uri="{FF2B5EF4-FFF2-40B4-BE49-F238E27FC236}">
                <a16:creationId xmlns:a16="http://schemas.microsoft.com/office/drawing/2014/main" id="{876E447D-7628-8614-1013-14D2213BAAAD}"/>
              </a:ext>
            </a:extLst>
          </p:cNvPr>
          <p:cNvSpPr>
            <a:spLocks noGrp="1"/>
          </p:cNvSpPr>
          <p:nvPr>
            <p:ph type="ftr" sz="quarter" idx="15"/>
          </p:nvPr>
        </p:nvSpPr>
        <p:spPr/>
        <p:txBody>
          <a:bodyPr/>
          <a:lstStyle/>
          <a:p>
            <a:r>
              <a:rPr lang="en-US"/>
              <a:t>Footer placeholder is not used?</a:t>
            </a:r>
          </a:p>
        </p:txBody>
      </p:sp>
      <p:sp>
        <p:nvSpPr>
          <p:cNvPr id="11" name="Slide Number Placeholder 10">
            <a:extLst>
              <a:ext uri="{FF2B5EF4-FFF2-40B4-BE49-F238E27FC236}">
                <a16:creationId xmlns:a16="http://schemas.microsoft.com/office/drawing/2014/main" id="{DC7598CC-B2A0-058D-19E3-6056AFF2C9FD}"/>
              </a:ext>
            </a:extLst>
          </p:cNvPr>
          <p:cNvSpPr>
            <a:spLocks noGrp="1"/>
          </p:cNvSpPr>
          <p:nvPr>
            <p:ph type="sldNum" sz="quarter" idx="16"/>
          </p:nvPr>
        </p:nvSpPr>
        <p:spPr/>
        <p:txBody>
          <a:bodyPr/>
          <a:lstStyle>
            <a:lvl1pPr>
              <a:defRPr>
                <a:solidFill>
                  <a:schemeClr val="tx1">
                    <a:alpha val="0"/>
                  </a:schemeClr>
                </a:solidFill>
              </a:defRPr>
            </a:lvl1pPr>
          </a:lstStyle>
          <a:p>
            <a:fld id="{C832ED59-5903-48CD-935E-2E905FC656A7}" type="slidenum">
              <a:rPr lang="en-US" smtClean="0"/>
              <a:pPr/>
              <a:t>‹#›</a:t>
            </a:fld>
            <a:endParaRPr lang="en-US"/>
          </a:p>
        </p:txBody>
      </p:sp>
    </p:spTree>
    <p:extLst>
      <p:ext uri="{BB962C8B-B14F-4D97-AF65-F5344CB8AC3E}">
        <p14:creationId xmlns:p14="http://schemas.microsoft.com/office/powerpoint/2010/main" val="1643590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Z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050FC-501C-4B55-1ADA-C1CD92A83EFD}"/>
              </a:ext>
            </a:extLst>
          </p:cNvPr>
          <p:cNvSpPr>
            <a:spLocks noGrp="1"/>
          </p:cNvSpPr>
          <p:nvPr>
            <p:ph type="title"/>
          </p:nvPr>
        </p:nvSpPr>
        <p:spPr/>
        <p:txBody>
          <a:bodyPr/>
          <a:lstStyle/>
          <a:p>
            <a:r>
              <a:rPr lang="en-US"/>
              <a:t>Click to edit Master title style</a:t>
            </a:r>
          </a:p>
        </p:txBody>
      </p:sp>
      <p:sp>
        <p:nvSpPr>
          <p:cNvPr id="7" name="Date Placeholder 6">
            <a:extLst>
              <a:ext uri="{FF2B5EF4-FFF2-40B4-BE49-F238E27FC236}">
                <a16:creationId xmlns:a16="http://schemas.microsoft.com/office/drawing/2014/main" id="{637E28D6-BCE8-BED1-FF3E-ADD2AE6221FC}"/>
              </a:ext>
            </a:extLst>
          </p:cNvPr>
          <p:cNvSpPr>
            <a:spLocks noGrp="1"/>
          </p:cNvSpPr>
          <p:nvPr>
            <p:ph type="dt" sz="half" idx="10"/>
          </p:nvPr>
        </p:nvSpPr>
        <p:spPr/>
        <p:txBody>
          <a:bodyPr/>
          <a:lstStyle/>
          <a:p>
            <a:r>
              <a:rPr lang="de-DE"/>
              <a:t>© Allianz 20XX</a:t>
            </a:r>
            <a:endParaRPr lang="en-US"/>
          </a:p>
        </p:txBody>
      </p:sp>
      <p:sp>
        <p:nvSpPr>
          <p:cNvPr id="8" name="Footer Placeholder 7">
            <a:extLst>
              <a:ext uri="{FF2B5EF4-FFF2-40B4-BE49-F238E27FC236}">
                <a16:creationId xmlns:a16="http://schemas.microsoft.com/office/drawing/2014/main" id="{F9763CDC-B151-0165-22BF-C3A3B0B4D8C0}"/>
              </a:ext>
            </a:extLst>
          </p:cNvPr>
          <p:cNvSpPr>
            <a:spLocks noGrp="1"/>
          </p:cNvSpPr>
          <p:nvPr>
            <p:ph type="ftr" sz="quarter" idx="11"/>
          </p:nvPr>
        </p:nvSpPr>
        <p:spPr/>
        <p:txBody>
          <a:bodyPr/>
          <a:lstStyle/>
          <a:p>
            <a:r>
              <a:rPr lang="en-US"/>
              <a:t>Footer placeholder is not used?</a:t>
            </a:r>
          </a:p>
        </p:txBody>
      </p:sp>
      <p:sp>
        <p:nvSpPr>
          <p:cNvPr id="9" name="Slide Number Placeholder 8">
            <a:extLst>
              <a:ext uri="{FF2B5EF4-FFF2-40B4-BE49-F238E27FC236}">
                <a16:creationId xmlns:a16="http://schemas.microsoft.com/office/drawing/2014/main" id="{2279E21E-C6AF-AA12-4CA3-98DE298DF65B}"/>
              </a:ext>
            </a:extLst>
          </p:cNvPr>
          <p:cNvSpPr>
            <a:spLocks noGrp="1"/>
          </p:cNvSpPr>
          <p:nvPr>
            <p:ph type="sldNum" sz="quarter" idx="12"/>
          </p:nvPr>
        </p:nvSpPr>
        <p:spPr/>
        <p:txBody>
          <a:bodyPr/>
          <a:lstStyle/>
          <a:p>
            <a:fld id="{C832ED59-5903-48CD-935E-2E905FC656A7}" type="slidenum">
              <a:rPr lang="en-US" smtClean="0"/>
              <a:pPr/>
              <a:t>‹#›</a:t>
            </a:fld>
            <a:endParaRPr lang="en-US"/>
          </a:p>
        </p:txBody>
      </p:sp>
      <p:sp>
        <p:nvSpPr>
          <p:cNvPr id="5" name="Topline Placeholder 1">
            <a:extLst>
              <a:ext uri="{FF2B5EF4-FFF2-40B4-BE49-F238E27FC236}">
                <a16:creationId xmlns:a16="http://schemas.microsoft.com/office/drawing/2014/main" id="{D771491D-9672-B945-132C-0B47052DC5FF}"/>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
        <p:nvSpPr>
          <p:cNvPr id="11" name="Content Placeholder 10">
            <a:extLst>
              <a:ext uri="{FF2B5EF4-FFF2-40B4-BE49-F238E27FC236}">
                <a16:creationId xmlns:a16="http://schemas.microsoft.com/office/drawing/2014/main" id="{5CE1419B-AB7F-829E-0316-753701D44D5E}"/>
              </a:ext>
            </a:extLst>
          </p:cNvPr>
          <p:cNvSpPr>
            <a:spLocks noGrp="1"/>
          </p:cNvSpPr>
          <p:nvPr>
            <p:ph sz="quarter" idx="14"/>
          </p:nvPr>
        </p:nvSpPr>
        <p:spPr>
          <a:xfrm>
            <a:off x="479425" y="2168525"/>
            <a:ext cx="11229975" cy="3997325"/>
          </a:xfrm>
        </p:spPr>
        <p:txBody>
          <a:bodyPr/>
          <a:lstStyle>
            <a:lvl1pPr>
              <a:defRPr sz="2000"/>
            </a:lvl1pPr>
            <a:lvl2pPr>
              <a:defRPr sz="2000"/>
            </a:lvl2pPr>
            <a:lvl3pPr>
              <a:defRPr sz="20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202836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Z 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5B7A4-B18F-3BDF-0344-13FF0492147C}"/>
              </a:ext>
            </a:extLst>
          </p:cNvPr>
          <p:cNvSpPr>
            <a:spLocks noGrp="1"/>
          </p:cNvSpPr>
          <p:nvPr>
            <p:ph type="title"/>
          </p:nvPr>
        </p:nvSpPr>
        <p:spPr>
          <a:xfrm>
            <a:off x="479425" y="1808163"/>
            <a:ext cx="11233149" cy="2068512"/>
          </a:xfrm>
        </p:spPr>
        <p:txBody>
          <a:bodyPr anchor="t" anchorCtr="0"/>
          <a:lstStyle>
            <a:lvl1pPr>
              <a:lnSpc>
                <a:spcPts val="7200"/>
              </a:lnSpc>
              <a:defRPr sz="7200"/>
            </a:lvl1pPr>
          </a:lstStyle>
          <a:p>
            <a:r>
              <a:rPr lang="en-US"/>
              <a:t>Click to edit Master title style</a:t>
            </a:r>
          </a:p>
        </p:txBody>
      </p:sp>
      <p:sp>
        <p:nvSpPr>
          <p:cNvPr id="3" name="Text Placeholder 2">
            <a:extLst>
              <a:ext uri="{FF2B5EF4-FFF2-40B4-BE49-F238E27FC236}">
                <a16:creationId xmlns:a16="http://schemas.microsoft.com/office/drawing/2014/main" id="{BD13E778-438F-F0C9-855B-7752F44371ED}"/>
              </a:ext>
            </a:extLst>
          </p:cNvPr>
          <p:cNvSpPr>
            <a:spLocks noGrp="1"/>
          </p:cNvSpPr>
          <p:nvPr>
            <p:ph type="body" idx="1"/>
          </p:nvPr>
        </p:nvSpPr>
        <p:spPr>
          <a:xfrm>
            <a:off x="479425" y="3888000"/>
            <a:ext cx="9324975" cy="1500187"/>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73241E8-94E7-8495-AD28-4E199FA1C3BD}"/>
              </a:ext>
            </a:extLst>
          </p:cNvPr>
          <p:cNvSpPr>
            <a:spLocks noGrp="1"/>
          </p:cNvSpPr>
          <p:nvPr>
            <p:ph type="dt" sz="half" idx="10"/>
          </p:nvPr>
        </p:nvSpPr>
        <p:spPr/>
        <p:txBody>
          <a:bodyPr/>
          <a:lstStyle/>
          <a:p>
            <a:r>
              <a:rPr lang="de-DE"/>
              <a:t>© Allianz 20XX</a:t>
            </a:r>
            <a:endParaRPr lang="en-US"/>
          </a:p>
        </p:txBody>
      </p:sp>
      <p:sp>
        <p:nvSpPr>
          <p:cNvPr id="8" name="Footer Placeholder 7">
            <a:extLst>
              <a:ext uri="{FF2B5EF4-FFF2-40B4-BE49-F238E27FC236}">
                <a16:creationId xmlns:a16="http://schemas.microsoft.com/office/drawing/2014/main" id="{ADC0F37C-601D-AD2E-12D1-F6EE584E5CFB}"/>
              </a:ext>
            </a:extLst>
          </p:cNvPr>
          <p:cNvSpPr>
            <a:spLocks noGrp="1"/>
          </p:cNvSpPr>
          <p:nvPr>
            <p:ph type="ftr" sz="quarter" idx="11"/>
          </p:nvPr>
        </p:nvSpPr>
        <p:spPr/>
        <p:txBody>
          <a:bodyPr/>
          <a:lstStyle/>
          <a:p>
            <a:r>
              <a:rPr lang="en-US"/>
              <a:t>Footer placeholder is not used?</a:t>
            </a:r>
          </a:p>
        </p:txBody>
      </p:sp>
      <p:sp>
        <p:nvSpPr>
          <p:cNvPr id="9" name="Slide Number Placeholder 8">
            <a:extLst>
              <a:ext uri="{FF2B5EF4-FFF2-40B4-BE49-F238E27FC236}">
                <a16:creationId xmlns:a16="http://schemas.microsoft.com/office/drawing/2014/main" id="{BFD3BED3-F274-1CD6-60F5-866EB77EA1F2}"/>
              </a:ext>
            </a:extLst>
          </p:cNvPr>
          <p:cNvSpPr>
            <a:spLocks noGrp="1"/>
          </p:cNvSpPr>
          <p:nvPr>
            <p:ph type="sldNum" sz="quarter" idx="12"/>
          </p:nvPr>
        </p:nvSpPr>
        <p:spPr/>
        <p:txBody>
          <a:bodyPr/>
          <a:lstStyle/>
          <a:p>
            <a:fld id="{C832ED59-5903-48CD-935E-2E905FC656A7}" type="slidenum">
              <a:rPr lang="en-US" smtClean="0"/>
              <a:pPr/>
              <a:t>‹#›</a:t>
            </a:fld>
            <a:endParaRPr lang="en-US"/>
          </a:p>
        </p:txBody>
      </p:sp>
      <p:sp>
        <p:nvSpPr>
          <p:cNvPr id="4" name="Topline Placeholder 1">
            <a:extLst>
              <a:ext uri="{FF2B5EF4-FFF2-40B4-BE49-F238E27FC236}">
                <a16:creationId xmlns:a16="http://schemas.microsoft.com/office/drawing/2014/main" id="{BAE064F0-29FF-B430-0E8E-35773B962C23}"/>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Tree>
    <p:extLst>
      <p:ext uri="{BB962C8B-B14F-4D97-AF65-F5344CB8AC3E}">
        <p14:creationId xmlns:p14="http://schemas.microsoft.com/office/powerpoint/2010/main" val="565084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Z Content with Caption (Footnote)">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FE45570-4270-DC03-FBEE-B448FBB18B9E}"/>
              </a:ext>
            </a:extLst>
          </p:cNvPr>
          <p:cNvSpPr>
            <a:spLocks noGrp="1"/>
          </p:cNvSpPr>
          <p:nvPr>
            <p:ph type="dt" sz="half" idx="10"/>
          </p:nvPr>
        </p:nvSpPr>
        <p:spPr/>
        <p:txBody>
          <a:bodyPr/>
          <a:lstStyle/>
          <a:p>
            <a:r>
              <a:rPr lang="de-DE"/>
              <a:t>© Allianz 20XX</a:t>
            </a:r>
            <a:endParaRPr lang="en-US"/>
          </a:p>
        </p:txBody>
      </p:sp>
      <p:sp>
        <p:nvSpPr>
          <p:cNvPr id="6" name="Footer Placeholder 5">
            <a:extLst>
              <a:ext uri="{FF2B5EF4-FFF2-40B4-BE49-F238E27FC236}">
                <a16:creationId xmlns:a16="http://schemas.microsoft.com/office/drawing/2014/main" id="{19856B6B-C152-A8D3-7DF2-EAD3C451F10F}"/>
              </a:ext>
            </a:extLst>
          </p:cNvPr>
          <p:cNvSpPr>
            <a:spLocks noGrp="1"/>
          </p:cNvSpPr>
          <p:nvPr>
            <p:ph type="ftr" sz="quarter" idx="11"/>
          </p:nvPr>
        </p:nvSpPr>
        <p:spPr/>
        <p:txBody>
          <a:bodyPr/>
          <a:lstStyle/>
          <a:p>
            <a:r>
              <a:rPr lang="en-US"/>
              <a:t>Footer placeholder is not used?</a:t>
            </a:r>
          </a:p>
        </p:txBody>
      </p:sp>
      <p:sp>
        <p:nvSpPr>
          <p:cNvPr id="7" name="Slide Number Placeholder 6">
            <a:extLst>
              <a:ext uri="{FF2B5EF4-FFF2-40B4-BE49-F238E27FC236}">
                <a16:creationId xmlns:a16="http://schemas.microsoft.com/office/drawing/2014/main" id="{F8069E1C-7D20-9937-1BC4-5251B8D608FF}"/>
              </a:ext>
            </a:extLst>
          </p:cNvPr>
          <p:cNvSpPr>
            <a:spLocks noGrp="1"/>
          </p:cNvSpPr>
          <p:nvPr>
            <p:ph type="sldNum" sz="quarter" idx="12"/>
          </p:nvPr>
        </p:nvSpPr>
        <p:spPr/>
        <p:txBody>
          <a:bodyPr/>
          <a:lstStyle/>
          <a:p>
            <a:fld id="{C832ED59-5903-48CD-935E-2E905FC656A7}" type="slidenum">
              <a:rPr lang="en-US" smtClean="0"/>
              <a:t>‹#›</a:t>
            </a:fld>
            <a:endParaRPr lang="en-US"/>
          </a:p>
        </p:txBody>
      </p:sp>
      <p:sp>
        <p:nvSpPr>
          <p:cNvPr id="8" name="Title 7">
            <a:extLst>
              <a:ext uri="{FF2B5EF4-FFF2-40B4-BE49-F238E27FC236}">
                <a16:creationId xmlns:a16="http://schemas.microsoft.com/office/drawing/2014/main" id="{55B84843-E09C-2C7C-F41A-B069FCD0D265}"/>
              </a:ext>
            </a:extLst>
          </p:cNvPr>
          <p:cNvSpPr>
            <a:spLocks noGrp="1"/>
          </p:cNvSpPr>
          <p:nvPr>
            <p:ph type="title"/>
          </p:nvPr>
        </p:nvSpPr>
        <p:spPr/>
        <p:txBody>
          <a:bodyPr/>
          <a:lstStyle/>
          <a:p>
            <a:r>
              <a:rPr lang="en-US"/>
              <a:t>Click to edit Master title style</a:t>
            </a:r>
            <a:endParaRPr lang="de-DE"/>
          </a:p>
        </p:txBody>
      </p:sp>
      <p:sp>
        <p:nvSpPr>
          <p:cNvPr id="13" name="Content Placeholder 10">
            <a:extLst>
              <a:ext uri="{FF2B5EF4-FFF2-40B4-BE49-F238E27FC236}">
                <a16:creationId xmlns:a16="http://schemas.microsoft.com/office/drawing/2014/main" id="{97471D58-0C33-4885-A544-5C2EEF8C559B}"/>
              </a:ext>
            </a:extLst>
          </p:cNvPr>
          <p:cNvSpPr>
            <a:spLocks noGrp="1"/>
          </p:cNvSpPr>
          <p:nvPr>
            <p:ph sz="quarter" idx="14"/>
          </p:nvPr>
        </p:nvSpPr>
        <p:spPr>
          <a:xfrm>
            <a:off x="479425" y="2168525"/>
            <a:ext cx="11229975" cy="3997325"/>
          </a:xfrm>
        </p:spPr>
        <p:txBody>
          <a:bodyPr/>
          <a:lstStyle>
            <a:lvl1pPr>
              <a:defRPr sz="2000"/>
            </a:lvl1pPr>
            <a:lvl2pPr>
              <a:defRPr sz="2000"/>
            </a:lvl2pPr>
            <a:lvl3pPr>
              <a:defRPr sz="20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9" name="Topline Placeholder 1">
            <a:extLst>
              <a:ext uri="{FF2B5EF4-FFF2-40B4-BE49-F238E27FC236}">
                <a16:creationId xmlns:a16="http://schemas.microsoft.com/office/drawing/2014/main" id="{74110B3D-88AF-1A66-02F1-F5998B76C90F}"/>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
        <p:nvSpPr>
          <p:cNvPr id="21" name="Footnote Placeholder 1">
            <a:extLst>
              <a:ext uri="{FF2B5EF4-FFF2-40B4-BE49-F238E27FC236}">
                <a16:creationId xmlns:a16="http://schemas.microsoft.com/office/drawing/2014/main" id="{E82ABE9D-773C-FB35-B9BA-19A0848D5C57}"/>
              </a:ext>
            </a:extLst>
          </p:cNvPr>
          <p:cNvSpPr>
            <a:spLocks noGrp="1"/>
          </p:cNvSpPr>
          <p:nvPr>
            <p:ph type="body" sz="quarter" idx="15"/>
          </p:nvPr>
        </p:nvSpPr>
        <p:spPr>
          <a:xfrm>
            <a:off x="469265" y="6372000"/>
            <a:ext cx="7361873" cy="486000"/>
          </a:xfrm>
        </p:spPr>
        <p:txBody>
          <a:bodyPr/>
          <a:lstStyle>
            <a:lvl1pPr>
              <a:defRPr lang="de-DE" sz="800" kern="1200">
                <a:solidFill>
                  <a:schemeClr val="tx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1409717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Z Picture with Caption (Footno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79037CE-4238-BEE0-D7BB-88EB825811C1}"/>
              </a:ext>
            </a:extLst>
          </p:cNvPr>
          <p:cNvSpPr>
            <a:spLocks noGrp="1"/>
          </p:cNvSpPr>
          <p:nvPr>
            <p:ph type="pic" idx="1"/>
          </p:nvPr>
        </p:nvSpPr>
        <p:spPr>
          <a:xfrm>
            <a:off x="479425" y="2168525"/>
            <a:ext cx="11230573" cy="39973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3C968C27-0230-8CF8-5F2F-B485E060F28C}"/>
              </a:ext>
            </a:extLst>
          </p:cNvPr>
          <p:cNvSpPr>
            <a:spLocks noGrp="1"/>
          </p:cNvSpPr>
          <p:nvPr>
            <p:ph type="dt" sz="half" idx="10"/>
          </p:nvPr>
        </p:nvSpPr>
        <p:spPr/>
        <p:txBody>
          <a:bodyPr/>
          <a:lstStyle/>
          <a:p>
            <a:r>
              <a:rPr lang="de-DE"/>
              <a:t>© Allianz 20XX</a:t>
            </a:r>
            <a:endParaRPr lang="en-US"/>
          </a:p>
        </p:txBody>
      </p:sp>
      <p:sp>
        <p:nvSpPr>
          <p:cNvPr id="6" name="Footer Placeholder 5">
            <a:extLst>
              <a:ext uri="{FF2B5EF4-FFF2-40B4-BE49-F238E27FC236}">
                <a16:creationId xmlns:a16="http://schemas.microsoft.com/office/drawing/2014/main" id="{3A6F1BC7-01FB-B27A-8BF8-288A6622E8BF}"/>
              </a:ext>
            </a:extLst>
          </p:cNvPr>
          <p:cNvSpPr>
            <a:spLocks noGrp="1"/>
          </p:cNvSpPr>
          <p:nvPr>
            <p:ph type="ftr" sz="quarter" idx="11"/>
          </p:nvPr>
        </p:nvSpPr>
        <p:spPr/>
        <p:txBody>
          <a:bodyPr/>
          <a:lstStyle/>
          <a:p>
            <a:r>
              <a:rPr lang="en-US"/>
              <a:t>Footer placeholder is not used?</a:t>
            </a:r>
          </a:p>
        </p:txBody>
      </p:sp>
      <p:sp>
        <p:nvSpPr>
          <p:cNvPr id="7" name="Slide Number Placeholder 6">
            <a:extLst>
              <a:ext uri="{FF2B5EF4-FFF2-40B4-BE49-F238E27FC236}">
                <a16:creationId xmlns:a16="http://schemas.microsoft.com/office/drawing/2014/main" id="{C52FE8A2-7E13-B2E8-CC15-C4960A2276DE}"/>
              </a:ext>
            </a:extLst>
          </p:cNvPr>
          <p:cNvSpPr>
            <a:spLocks noGrp="1"/>
          </p:cNvSpPr>
          <p:nvPr>
            <p:ph type="sldNum" sz="quarter" idx="12"/>
          </p:nvPr>
        </p:nvSpPr>
        <p:spPr/>
        <p:txBody>
          <a:bodyPr/>
          <a:lstStyle/>
          <a:p>
            <a:fld id="{C832ED59-5903-48CD-935E-2E905FC656A7}" type="slidenum">
              <a:rPr lang="en-US" smtClean="0"/>
              <a:t>‹#›</a:t>
            </a:fld>
            <a:endParaRPr lang="en-US"/>
          </a:p>
        </p:txBody>
      </p:sp>
      <p:sp>
        <p:nvSpPr>
          <p:cNvPr id="8" name="Title 7">
            <a:extLst>
              <a:ext uri="{FF2B5EF4-FFF2-40B4-BE49-F238E27FC236}">
                <a16:creationId xmlns:a16="http://schemas.microsoft.com/office/drawing/2014/main" id="{D1EC209F-6213-7CA4-57D1-5EC4273998E7}"/>
              </a:ext>
            </a:extLst>
          </p:cNvPr>
          <p:cNvSpPr>
            <a:spLocks noGrp="1"/>
          </p:cNvSpPr>
          <p:nvPr>
            <p:ph type="title"/>
          </p:nvPr>
        </p:nvSpPr>
        <p:spPr/>
        <p:txBody>
          <a:bodyPr/>
          <a:lstStyle/>
          <a:p>
            <a:r>
              <a:rPr lang="en-US"/>
              <a:t>Click to edit Master title style</a:t>
            </a:r>
            <a:endParaRPr lang="de-DE"/>
          </a:p>
        </p:txBody>
      </p:sp>
      <p:sp>
        <p:nvSpPr>
          <p:cNvPr id="12" name="Topline Placeholder 1">
            <a:extLst>
              <a:ext uri="{FF2B5EF4-FFF2-40B4-BE49-F238E27FC236}">
                <a16:creationId xmlns:a16="http://schemas.microsoft.com/office/drawing/2014/main" id="{473369BE-AC99-38B2-34A8-DF53CE5AEC75}"/>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
        <p:nvSpPr>
          <p:cNvPr id="13" name="Footnote Placeholder 1">
            <a:extLst>
              <a:ext uri="{FF2B5EF4-FFF2-40B4-BE49-F238E27FC236}">
                <a16:creationId xmlns:a16="http://schemas.microsoft.com/office/drawing/2014/main" id="{5B8B7807-2157-3BE5-5622-C01584DCA19A}"/>
              </a:ext>
            </a:extLst>
          </p:cNvPr>
          <p:cNvSpPr>
            <a:spLocks noGrp="1"/>
          </p:cNvSpPr>
          <p:nvPr>
            <p:ph type="body" sz="quarter" idx="15"/>
          </p:nvPr>
        </p:nvSpPr>
        <p:spPr>
          <a:xfrm>
            <a:off x="469265" y="6372000"/>
            <a:ext cx="7361873" cy="486000"/>
          </a:xfrm>
        </p:spPr>
        <p:txBody>
          <a:bodyPr/>
          <a:lstStyle>
            <a:lvl1pPr>
              <a:defRPr lang="de-DE" sz="800" kern="1200">
                <a:solidFill>
                  <a:schemeClr val="tx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399576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Z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5491-4210-7E3E-2A70-EC569180D5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EEC3B5-4E93-F2AD-BAD6-2CD20AD28804}"/>
              </a:ext>
            </a:extLst>
          </p:cNvPr>
          <p:cNvSpPr>
            <a:spLocks noGrp="1"/>
          </p:cNvSpPr>
          <p:nvPr>
            <p:ph sz="half" idx="1"/>
          </p:nvPr>
        </p:nvSpPr>
        <p:spPr>
          <a:xfrm>
            <a:off x="469264" y="2168525"/>
            <a:ext cx="5518786" cy="39909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087967-350A-A9FC-0B54-13EC9BA61E47}"/>
              </a:ext>
            </a:extLst>
          </p:cNvPr>
          <p:cNvSpPr>
            <a:spLocks noGrp="1"/>
          </p:cNvSpPr>
          <p:nvPr>
            <p:ph sz="half" idx="2"/>
          </p:nvPr>
        </p:nvSpPr>
        <p:spPr>
          <a:xfrm>
            <a:off x="6203949" y="2169051"/>
            <a:ext cx="5518785" cy="399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310CAB00-6122-EA7C-232E-45A996B70C13}"/>
              </a:ext>
            </a:extLst>
          </p:cNvPr>
          <p:cNvSpPr>
            <a:spLocks noGrp="1"/>
          </p:cNvSpPr>
          <p:nvPr>
            <p:ph type="dt" sz="half" idx="10"/>
          </p:nvPr>
        </p:nvSpPr>
        <p:spPr/>
        <p:txBody>
          <a:bodyPr/>
          <a:lstStyle/>
          <a:p>
            <a:r>
              <a:rPr lang="de-DE"/>
              <a:t>© Allianz 20XX</a:t>
            </a:r>
            <a:endParaRPr lang="en-US"/>
          </a:p>
        </p:txBody>
      </p:sp>
      <p:sp>
        <p:nvSpPr>
          <p:cNvPr id="9" name="Footer Placeholder 8">
            <a:extLst>
              <a:ext uri="{FF2B5EF4-FFF2-40B4-BE49-F238E27FC236}">
                <a16:creationId xmlns:a16="http://schemas.microsoft.com/office/drawing/2014/main" id="{4A3B49EF-35CB-FFAD-FD0F-EE758791A9B9}"/>
              </a:ext>
            </a:extLst>
          </p:cNvPr>
          <p:cNvSpPr>
            <a:spLocks noGrp="1"/>
          </p:cNvSpPr>
          <p:nvPr>
            <p:ph type="ftr" sz="quarter" idx="11"/>
          </p:nvPr>
        </p:nvSpPr>
        <p:spPr/>
        <p:txBody>
          <a:bodyPr/>
          <a:lstStyle/>
          <a:p>
            <a:r>
              <a:rPr lang="en-US"/>
              <a:t>Footer placeholder is not used?</a:t>
            </a:r>
          </a:p>
        </p:txBody>
      </p:sp>
      <p:sp>
        <p:nvSpPr>
          <p:cNvPr id="10" name="Slide Number Placeholder 9">
            <a:extLst>
              <a:ext uri="{FF2B5EF4-FFF2-40B4-BE49-F238E27FC236}">
                <a16:creationId xmlns:a16="http://schemas.microsoft.com/office/drawing/2014/main" id="{7AE5689E-645A-1F63-30E4-5916856AF939}"/>
              </a:ext>
            </a:extLst>
          </p:cNvPr>
          <p:cNvSpPr>
            <a:spLocks noGrp="1"/>
          </p:cNvSpPr>
          <p:nvPr>
            <p:ph type="sldNum" sz="quarter" idx="12"/>
          </p:nvPr>
        </p:nvSpPr>
        <p:spPr/>
        <p:txBody>
          <a:bodyPr/>
          <a:lstStyle/>
          <a:p>
            <a:fld id="{C832ED59-5903-48CD-935E-2E905FC656A7}" type="slidenum">
              <a:rPr lang="en-US" smtClean="0"/>
              <a:pPr/>
              <a:t>‹#›</a:t>
            </a:fld>
            <a:endParaRPr lang="en-US"/>
          </a:p>
        </p:txBody>
      </p:sp>
      <p:sp>
        <p:nvSpPr>
          <p:cNvPr id="6" name="Topline Placeholder 1">
            <a:extLst>
              <a:ext uri="{FF2B5EF4-FFF2-40B4-BE49-F238E27FC236}">
                <a16:creationId xmlns:a16="http://schemas.microsoft.com/office/drawing/2014/main" id="{5B881FAB-4A36-8794-2F8A-9E65C065B14D}"/>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Tree>
    <p:extLst>
      <p:ext uri="{BB962C8B-B14F-4D97-AF65-F5344CB8AC3E}">
        <p14:creationId xmlns:p14="http://schemas.microsoft.com/office/powerpoint/2010/main" val="148165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Z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5491-4210-7E3E-2A70-EC569180D5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EEC3B5-4E93-F2AD-BAD6-2CD20AD28804}"/>
              </a:ext>
            </a:extLst>
          </p:cNvPr>
          <p:cNvSpPr>
            <a:spLocks noGrp="1"/>
          </p:cNvSpPr>
          <p:nvPr>
            <p:ph sz="half" idx="1"/>
          </p:nvPr>
        </p:nvSpPr>
        <p:spPr>
          <a:xfrm>
            <a:off x="469264" y="2167999"/>
            <a:ext cx="3610611" cy="3991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087967-350A-A9FC-0B54-13EC9BA61E47}"/>
              </a:ext>
            </a:extLst>
          </p:cNvPr>
          <p:cNvSpPr>
            <a:spLocks noGrp="1"/>
          </p:cNvSpPr>
          <p:nvPr>
            <p:ph sz="half" idx="2"/>
          </p:nvPr>
        </p:nvSpPr>
        <p:spPr>
          <a:xfrm>
            <a:off x="4295775" y="2168525"/>
            <a:ext cx="3610611" cy="399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310CAB00-6122-EA7C-232E-45A996B70C13}"/>
              </a:ext>
            </a:extLst>
          </p:cNvPr>
          <p:cNvSpPr>
            <a:spLocks noGrp="1"/>
          </p:cNvSpPr>
          <p:nvPr>
            <p:ph type="dt" sz="half" idx="10"/>
          </p:nvPr>
        </p:nvSpPr>
        <p:spPr/>
        <p:txBody>
          <a:bodyPr/>
          <a:lstStyle/>
          <a:p>
            <a:r>
              <a:rPr lang="de-DE"/>
              <a:t>© Allianz 20XX</a:t>
            </a:r>
            <a:endParaRPr lang="en-US"/>
          </a:p>
        </p:txBody>
      </p:sp>
      <p:sp>
        <p:nvSpPr>
          <p:cNvPr id="9" name="Footer Placeholder 8">
            <a:extLst>
              <a:ext uri="{FF2B5EF4-FFF2-40B4-BE49-F238E27FC236}">
                <a16:creationId xmlns:a16="http://schemas.microsoft.com/office/drawing/2014/main" id="{4A3B49EF-35CB-FFAD-FD0F-EE758791A9B9}"/>
              </a:ext>
            </a:extLst>
          </p:cNvPr>
          <p:cNvSpPr>
            <a:spLocks noGrp="1"/>
          </p:cNvSpPr>
          <p:nvPr>
            <p:ph type="ftr" sz="quarter" idx="11"/>
          </p:nvPr>
        </p:nvSpPr>
        <p:spPr/>
        <p:txBody>
          <a:bodyPr/>
          <a:lstStyle/>
          <a:p>
            <a:r>
              <a:rPr lang="en-US"/>
              <a:t>Footer placeholder is not used?</a:t>
            </a:r>
          </a:p>
        </p:txBody>
      </p:sp>
      <p:sp>
        <p:nvSpPr>
          <p:cNvPr id="10" name="Slide Number Placeholder 9">
            <a:extLst>
              <a:ext uri="{FF2B5EF4-FFF2-40B4-BE49-F238E27FC236}">
                <a16:creationId xmlns:a16="http://schemas.microsoft.com/office/drawing/2014/main" id="{7AE5689E-645A-1F63-30E4-5916856AF939}"/>
              </a:ext>
            </a:extLst>
          </p:cNvPr>
          <p:cNvSpPr>
            <a:spLocks noGrp="1"/>
          </p:cNvSpPr>
          <p:nvPr>
            <p:ph type="sldNum" sz="quarter" idx="12"/>
          </p:nvPr>
        </p:nvSpPr>
        <p:spPr/>
        <p:txBody>
          <a:bodyPr/>
          <a:lstStyle/>
          <a:p>
            <a:fld id="{C832ED59-5903-48CD-935E-2E905FC656A7}" type="slidenum">
              <a:rPr lang="en-US" smtClean="0"/>
              <a:pPr/>
              <a:t>‹#›</a:t>
            </a:fld>
            <a:endParaRPr lang="en-US"/>
          </a:p>
        </p:txBody>
      </p:sp>
      <p:sp>
        <p:nvSpPr>
          <p:cNvPr id="5" name="Content Placeholder 3">
            <a:extLst>
              <a:ext uri="{FF2B5EF4-FFF2-40B4-BE49-F238E27FC236}">
                <a16:creationId xmlns:a16="http://schemas.microsoft.com/office/drawing/2014/main" id="{4D7CE6BF-F9B7-7857-59CF-06B03B6BC1C4}"/>
              </a:ext>
            </a:extLst>
          </p:cNvPr>
          <p:cNvSpPr>
            <a:spLocks noGrp="1"/>
          </p:cNvSpPr>
          <p:nvPr>
            <p:ph sz="half" idx="13"/>
          </p:nvPr>
        </p:nvSpPr>
        <p:spPr>
          <a:xfrm>
            <a:off x="8122286" y="2168525"/>
            <a:ext cx="3587712" cy="399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opline Placeholder 1">
            <a:extLst>
              <a:ext uri="{FF2B5EF4-FFF2-40B4-BE49-F238E27FC236}">
                <a16:creationId xmlns:a16="http://schemas.microsoft.com/office/drawing/2014/main" id="{423F14CE-43C2-8CE6-6C1B-0BDE5EC8073E}"/>
              </a:ext>
            </a:extLst>
          </p:cNvPr>
          <p:cNvSpPr>
            <a:spLocks noGrp="1"/>
          </p:cNvSpPr>
          <p:nvPr>
            <p:ph type="body" sz="quarter" idx="14"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Tree>
    <p:extLst>
      <p:ext uri="{BB962C8B-B14F-4D97-AF65-F5344CB8AC3E}">
        <p14:creationId xmlns:p14="http://schemas.microsoft.com/office/powerpoint/2010/main" val="761253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Z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0B7CCC2-C388-B174-4532-ED53A7AF62D3}"/>
              </a:ext>
            </a:extLst>
          </p:cNvPr>
          <p:cNvSpPr>
            <a:spLocks noGrp="1"/>
          </p:cNvSpPr>
          <p:nvPr>
            <p:ph type="body" idx="1"/>
          </p:nvPr>
        </p:nvSpPr>
        <p:spPr>
          <a:xfrm>
            <a:off x="488953" y="2168525"/>
            <a:ext cx="5499098" cy="696912"/>
          </a:xfrm>
        </p:spPr>
        <p:txBody>
          <a:bodyPr anchor="t" anchorCtr="0"/>
          <a:lstStyle>
            <a:lvl1pPr marL="0" indent="0">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E332A4-9800-E481-F068-B8DD0E25E90A}"/>
              </a:ext>
            </a:extLst>
          </p:cNvPr>
          <p:cNvSpPr>
            <a:spLocks noGrp="1"/>
          </p:cNvSpPr>
          <p:nvPr>
            <p:ph sz="half" idx="2"/>
          </p:nvPr>
        </p:nvSpPr>
        <p:spPr>
          <a:xfrm>
            <a:off x="488952" y="2865437"/>
            <a:ext cx="5499098" cy="330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E9B314-3956-AAF4-070F-5424395017BF}"/>
              </a:ext>
            </a:extLst>
          </p:cNvPr>
          <p:cNvSpPr>
            <a:spLocks noGrp="1"/>
          </p:cNvSpPr>
          <p:nvPr>
            <p:ph type="body" sz="quarter" idx="3"/>
          </p:nvPr>
        </p:nvSpPr>
        <p:spPr>
          <a:xfrm>
            <a:off x="6203950" y="2168525"/>
            <a:ext cx="5499098" cy="696912"/>
          </a:xfrm>
        </p:spPr>
        <p:txBody>
          <a:bodyPr anchor="t" anchorCtr="0"/>
          <a:lstStyle>
            <a:lvl1pPr marL="0" indent="0">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C86916-2314-0344-F168-35C09849BD7D}"/>
              </a:ext>
            </a:extLst>
          </p:cNvPr>
          <p:cNvSpPr>
            <a:spLocks noGrp="1"/>
          </p:cNvSpPr>
          <p:nvPr>
            <p:ph sz="quarter" idx="4"/>
          </p:nvPr>
        </p:nvSpPr>
        <p:spPr>
          <a:xfrm>
            <a:off x="6202800" y="2865437"/>
            <a:ext cx="5499098" cy="330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3713D3-FC2C-2441-6D0E-E48309320781}"/>
              </a:ext>
            </a:extLst>
          </p:cNvPr>
          <p:cNvSpPr>
            <a:spLocks noGrp="1"/>
          </p:cNvSpPr>
          <p:nvPr>
            <p:ph type="dt" sz="half" idx="10"/>
          </p:nvPr>
        </p:nvSpPr>
        <p:spPr/>
        <p:txBody>
          <a:bodyPr/>
          <a:lstStyle/>
          <a:p>
            <a:r>
              <a:rPr lang="de-DE"/>
              <a:t>© Allianz 20XX</a:t>
            </a:r>
            <a:endParaRPr lang="en-US"/>
          </a:p>
        </p:txBody>
      </p:sp>
      <p:sp>
        <p:nvSpPr>
          <p:cNvPr id="8" name="Footer Placeholder 7">
            <a:extLst>
              <a:ext uri="{FF2B5EF4-FFF2-40B4-BE49-F238E27FC236}">
                <a16:creationId xmlns:a16="http://schemas.microsoft.com/office/drawing/2014/main" id="{CBDB12B7-4418-4914-B5C5-13AC9310D48C}"/>
              </a:ext>
            </a:extLst>
          </p:cNvPr>
          <p:cNvSpPr>
            <a:spLocks noGrp="1"/>
          </p:cNvSpPr>
          <p:nvPr>
            <p:ph type="ftr" sz="quarter" idx="11"/>
          </p:nvPr>
        </p:nvSpPr>
        <p:spPr/>
        <p:txBody>
          <a:bodyPr/>
          <a:lstStyle/>
          <a:p>
            <a:r>
              <a:rPr lang="en-US"/>
              <a:t>Footer placeholder is not used?</a:t>
            </a:r>
          </a:p>
        </p:txBody>
      </p:sp>
      <p:sp>
        <p:nvSpPr>
          <p:cNvPr id="9" name="Slide Number Placeholder 8">
            <a:extLst>
              <a:ext uri="{FF2B5EF4-FFF2-40B4-BE49-F238E27FC236}">
                <a16:creationId xmlns:a16="http://schemas.microsoft.com/office/drawing/2014/main" id="{29011E3B-6F87-8CD7-1DD9-E17CB9AE8722}"/>
              </a:ext>
            </a:extLst>
          </p:cNvPr>
          <p:cNvSpPr>
            <a:spLocks noGrp="1"/>
          </p:cNvSpPr>
          <p:nvPr>
            <p:ph type="sldNum" sz="quarter" idx="12"/>
          </p:nvPr>
        </p:nvSpPr>
        <p:spPr/>
        <p:txBody>
          <a:bodyPr/>
          <a:lstStyle/>
          <a:p>
            <a:fld id="{C832ED59-5903-48CD-935E-2E905FC656A7}" type="slidenum">
              <a:rPr lang="en-US" smtClean="0"/>
              <a:t>‹#›</a:t>
            </a:fld>
            <a:endParaRPr lang="en-US"/>
          </a:p>
        </p:txBody>
      </p:sp>
      <p:sp>
        <p:nvSpPr>
          <p:cNvPr id="10" name="Title 9">
            <a:extLst>
              <a:ext uri="{FF2B5EF4-FFF2-40B4-BE49-F238E27FC236}">
                <a16:creationId xmlns:a16="http://schemas.microsoft.com/office/drawing/2014/main" id="{32B9056E-4DA6-A074-864C-1961A11E15E7}"/>
              </a:ext>
            </a:extLst>
          </p:cNvPr>
          <p:cNvSpPr>
            <a:spLocks noGrp="1"/>
          </p:cNvSpPr>
          <p:nvPr>
            <p:ph type="title"/>
          </p:nvPr>
        </p:nvSpPr>
        <p:spPr/>
        <p:txBody>
          <a:bodyPr/>
          <a:lstStyle/>
          <a:p>
            <a:r>
              <a:rPr lang="en-US"/>
              <a:t>Click to edit Master title style</a:t>
            </a:r>
            <a:endParaRPr lang="de-DE"/>
          </a:p>
        </p:txBody>
      </p:sp>
      <p:sp>
        <p:nvSpPr>
          <p:cNvPr id="12" name="Topline Placeholder 1">
            <a:extLst>
              <a:ext uri="{FF2B5EF4-FFF2-40B4-BE49-F238E27FC236}">
                <a16:creationId xmlns:a16="http://schemas.microsoft.com/office/drawing/2014/main" id="{71BDC4F8-9246-285A-8085-D1B3D1D4C19E}"/>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Tree>
    <p:extLst>
      <p:ext uri="{BB962C8B-B14F-4D97-AF65-F5344CB8AC3E}">
        <p14:creationId xmlns:p14="http://schemas.microsoft.com/office/powerpoint/2010/main" val="1907632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Z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1AD99-C1BA-33A5-B632-C84270C60E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6693CF-ABAA-6C9C-9765-2273FAA93233}"/>
              </a:ext>
            </a:extLst>
          </p:cNvPr>
          <p:cNvSpPr>
            <a:spLocks noGrp="1"/>
          </p:cNvSpPr>
          <p:nvPr>
            <p:ph type="dt" sz="half" idx="10"/>
          </p:nvPr>
        </p:nvSpPr>
        <p:spPr/>
        <p:txBody>
          <a:bodyPr/>
          <a:lstStyle/>
          <a:p>
            <a:r>
              <a:rPr lang="de-DE"/>
              <a:t>© Allianz 20XX</a:t>
            </a:r>
            <a:endParaRPr lang="en-US"/>
          </a:p>
        </p:txBody>
      </p:sp>
      <p:sp>
        <p:nvSpPr>
          <p:cNvPr id="4" name="Footer Placeholder 3">
            <a:extLst>
              <a:ext uri="{FF2B5EF4-FFF2-40B4-BE49-F238E27FC236}">
                <a16:creationId xmlns:a16="http://schemas.microsoft.com/office/drawing/2014/main" id="{DE9BEB35-C429-9755-2186-F70ACDFAE05E}"/>
              </a:ext>
            </a:extLst>
          </p:cNvPr>
          <p:cNvSpPr>
            <a:spLocks noGrp="1"/>
          </p:cNvSpPr>
          <p:nvPr>
            <p:ph type="ftr" sz="quarter" idx="11"/>
          </p:nvPr>
        </p:nvSpPr>
        <p:spPr/>
        <p:txBody>
          <a:bodyPr/>
          <a:lstStyle/>
          <a:p>
            <a:r>
              <a:rPr lang="en-US"/>
              <a:t>Footer placeholder is not used?</a:t>
            </a:r>
          </a:p>
        </p:txBody>
      </p:sp>
      <p:sp>
        <p:nvSpPr>
          <p:cNvPr id="5" name="Slide Number Placeholder 4">
            <a:extLst>
              <a:ext uri="{FF2B5EF4-FFF2-40B4-BE49-F238E27FC236}">
                <a16:creationId xmlns:a16="http://schemas.microsoft.com/office/drawing/2014/main" id="{3514FC28-BF2D-73A5-AD8B-68B53B32C89F}"/>
              </a:ext>
            </a:extLst>
          </p:cNvPr>
          <p:cNvSpPr>
            <a:spLocks noGrp="1"/>
          </p:cNvSpPr>
          <p:nvPr>
            <p:ph type="sldNum" sz="quarter" idx="12"/>
          </p:nvPr>
        </p:nvSpPr>
        <p:spPr/>
        <p:txBody>
          <a:bodyPr/>
          <a:lstStyle/>
          <a:p>
            <a:fld id="{C832ED59-5903-48CD-935E-2E905FC656A7}" type="slidenum">
              <a:rPr lang="en-US" smtClean="0"/>
              <a:t>‹#›</a:t>
            </a:fld>
            <a:endParaRPr lang="en-US"/>
          </a:p>
        </p:txBody>
      </p:sp>
      <p:sp>
        <p:nvSpPr>
          <p:cNvPr id="7" name="Topline Placeholder 1">
            <a:extLst>
              <a:ext uri="{FF2B5EF4-FFF2-40B4-BE49-F238E27FC236}">
                <a16:creationId xmlns:a16="http://schemas.microsoft.com/office/drawing/2014/main" id="{D78E99B1-4F69-DA74-99DD-EF0ADD32FF19}"/>
              </a:ext>
            </a:extLst>
          </p:cNvPr>
          <p:cNvSpPr>
            <a:spLocks noGrp="1"/>
          </p:cNvSpPr>
          <p:nvPr>
            <p:ph type="body" sz="quarter" idx="13" hasCustomPrompt="1"/>
          </p:nvPr>
        </p:nvSpPr>
        <p:spPr>
          <a:xfrm>
            <a:off x="479425" y="476250"/>
            <a:ext cx="9324975" cy="379412"/>
          </a:xfrm>
        </p:spPr>
        <p:txBody>
          <a:bodyPr/>
          <a:lstStyle>
            <a:lvl1pPr>
              <a:defRPr lang="de-DE" sz="1100" b="1" kern="1200" cap="all" spc="63" baseline="0" smtClean="0">
                <a:solidFill>
                  <a:schemeClr val="tx1"/>
                </a:solidFill>
                <a:latin typeface="+mn-lt"/>
                <a:ea typeface="+mn-ea"/>
                <a:cs typeface="+mn-cs"/>
              </a:defRPr>
            </a:lvl1pPr>
          </a:lstStyle>
          <a:p>
            <a:pPr lvl="0"/>
            <a:r>
              <a:rPr lang="en-US" dirty="0"/>
              <a:t>Topline</a:t>
            </a:r>
            <a:endParaRPr lang="de-DE" dirty="0"/>
          </a:p>
        </p:txBody>
      </p:sp>
    </p:spTree>
    <p:extLst>
      <p:ext uri="{BB962C8B-B14F-4D97-AF65-F5344CB8AC3E}">
        <p14:creationId xmlns:p14="http://schemas.microsoft.com/office/powerpoint/2010/main" val="2504739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Z 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C90421-C61E-9D7F-4E39-BE472EA75102}"/>
              </a:ext>
            </a:extLst>
          </p:cNvPr>
          <p:cNvSpPr>
            <a:spLocks noGrp="1"/>
          </p:cNvSpPr>
          <p:nvPr>
            <p:ph type="dt" sz="half" idx="10"/>
          </p:nvPr>
        </p:nvSpPr>
        <p:spPr/>
        <p:txBody>
          <a:bodyPr/>
          <a:lstStyle/>
          <a:p>
            <a:r>
              <a:rPr lang="de-DE"/>
              <a:t>© Allianz 20XX</a:t>
            </a:r>
            <a:endParaRPr lang="en-US"/>
          </a:p>
        </p:txBody>
      </p:sp>
      <p:sp>
        <p:nvSpPr>
          <p:cNvPr id="3" name="Footer Placeholder 2">
            <a:extLst>
              <a:ext uri="{FF2B5EF4-FFF2-40B4-BE49-F238E27FC236}">
                <a16:creationId xmlns:a16="http://schemas.microsoft.com/office/drawing/2014/main" id="{C5603030-27BF-17C2-E2EE-503F63920FD5}"/>
              </a:ext>
            </a:extLst>
          </p:cNvPr>
          <p:cNvSpPr>
            <a:spLocks noGrp="1"/>
          </p:cNvSpPr>
          <p:nvPr>
            <p:ph type="ftr" sz="quarter" idx="11"/>
          </p:nvPr>
        </p:nvSpPr>
        <p:spPr/>
        <p:txBody>
          <a:bodyPr/>
          <a:lstStyle/>
          <a:p>
            <a:r>
              <a:rPr lang="en-US"/>
              <a:t>Footer placeholder is not used?</a:t>
            </a:r>
          </a:p>
        </p:txBody>
      </p:sp>
      <p:sp>
        <p:nvSpPr>
          <p:cNvPr id="4" name="Slide Number Placeholder 3">
            <a:extLst>
              <a:ext uri="{FF2B5EF4-FFF2-40B4-BE49-F238E27FC236}">
                <a16:creationId xmlns:a16="http://schemas.microsoft.com/office/drawing/2014/main" id="{5E042046-25F2-318A-5214-AE10A5324752}"/>
              </a:ext>
            </a:extLst>
          </p:cNvPr>
          <p:cNvSpPr>
            <a:spLocks noGrp="1"/>
          </p:cNvSpPr>
          <p:nvPr>
            <p:ph type="sldNum" sz="quarter" idx="12"/>
          </p:nvPr>
        </p:nvSpPr>
        <p:spPr/>
        <p:txBody>
          <a:bodyPr/>
          <a:lstStyle/>
          <a:p>
            <a:fld id="{C832ED59-5903-48CD-935E-2E905FC656A7}" type="slidenum">
              <a:rPr lang="en-US" smtClean="0"/>
              <a:t>‹#›</a:t>
            </a:fld>
            <a:endParaRPr lang="en-US"/>
          </a:p>
        </p:txBody>
      </p:sp>
    </p:spTree>
    <p:extLst>
      <p:ext uri="{BB962C8B-B14F-4D97-AF65-F5344CB8AC3E}">
        <p14:creationId xmlns:p14="http://schemas.microsoft.com/office/powerpoint/2010/main" val="1585373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9614EB-1434-9195-8982-A9099A69F55D}"/>
              </a:ext>
            </a:extLst>
          </p:cNvPr>
          <p:cNvSpPr>
            <a:spLocks noGrp="1"/>
          </p:cNvSpPr>
          <p:nvPr>
            <p:ph type="title"/>
          </p:nvPr>
        </p:nvSpPr>
        <p:spPr>
          <a:xfrm>
            <a:off x="479425" y="873124"/>
            <a:ext cx="9324975" cy="935039"/>
          </a:xfrm>
          <a:prstGeom prst="rect">
            <a:avLst/>
          </a:prstGeom>
        </p:spPr>
        <p:txBody>
          <a:bodyPr vert="horz" lIns="0" tIns="0" rIns="0" bIns="0" rtlCol="0" anchor="t" anchorCtr="0">
            <a:noAutofit/>
          </a:bodyPr>
          <a:lstStyle/>
          <a:p>
            <a:r>
              <a:rPr lang="de-DE"/>
              <a:t>Mastertitelformat bearbeiten</a:t>
            </a:r>
            <a:endParaRPr lang="en-US"/>
          </a:p>
        </p:txBody>
      </p:sp>
      <p:sp>
        <p:nvSpPr>
          <p:cNvPr id="3" name="Text Placeholder 2">
            <a:extLst>
              <a:ext uri="{FF2B5EF4-FFF2-40B4-BE49-F238E27FC236}">
                <a16:creationId xmlns:a16="http://schemas.microsoft.com/office/drawing/2014/main" id="{17CF1691-2B9D-4955-8807-F0477F5E5DD8}"/>
              </a:ext>
            </a:extLst>
          </p:cNvPr>
          <p:cNvSpPr>
            <a:spLocks noGrp="1"/>
          </p:cNvSpPr>
          <p:nvPr>
            <p:ph type="body" idx="1"/>
          </p:nvPr>
        </p:nvSpPr>
        <p:spPr>
          <a:xfrm>
            <a:off x="479425" y="2168525"/>
            <a:ext cx="11230573" cy="40084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 </a:t>
            </a:r>
          </a:p>
          <a:p>
            <a:pPr lvl="4"/>
            <a:r>
              <a:rPr lang="en-US"/>
              <a:t>Fifth level</a:t>
            </a:r>
          </a:p>
          <a:p>
            <a:pPr lvl="5"/>
            <a:r>
              <a:rPr lang="en-US"/>
              <a:t>Sixth level</a:t>
            </a:r>
          </a:p>
          <a:p>
            <a:pPr lvl="6"/>
            <a:r>
              <a:rPr lang="en-US"/>
              <a:t>Seventh level</a:t>
            </a:r>
          </a:p>
          <a:p>
            <a:pPr lvl="7"/>
            <a:r>
              <a:rPr lang="en-US"/>
              <a:t>Eigth level</a:t>
            </a:r>
          </a:p>
          <a:p>
            <a:pPr lvl="8"/>
            <a:r>
              <a:rPr lang="en-US"/>
              <a:t>Ninth level</a:t>
            </a:r>
          </a:p>
        </p:txBody>
      </p:sp>
      <p:sp>
        <p:nvSpPr>
          <p:cNvPr id="4" name="Date Placeholder 3">
            <a:extLst>
              <a:ext uri="{FF2B5EF4-FFF2-40B4-BE49-F238E27FC236}">
                <a16:creationId xmlns:a16="http://schemas.microsoft.com/office/drawing/2014/main" id="{E3321D88-1687-F2C5-5F09-F158C2613C91}"/>
              </a:ext>
            </a:extLst>
          </p:cNvPr>
          <p:cNvSpPr>
            <a:spLocks noGrp="1"/>
          </p:cNvSpPr>
          <p:nvPr>
            <p:ph type="dt" sz="half" idx="2"/>
          </p:nvPr>
        </p:nvSpPr>
        <p:spPr>
          <a:xfrm rot="-5400000">
            <a:off x="11016000" y="5770800"/>
            <a:ext cx="1281600" cy="144000"/>
          </a:xfrm>
          <a:prstGeom prst="rect">
            <a:avLst/>
          </a:prstGeom>
        </p:spPr>
        <p:txBody>
          <a:bodyPr vert="horz" lIns="0" tIns="0" rIns="0" bIns="0" rtlCol="0" anchor="ctr" anchorCtr="0">
            <a:noAutofit/>
          </a:bodyPr>
          <a:lstStyle>
            <a:lvl1pPr algn="l">
              <a:defRPr sz="800">
                <a:solidFill>
                  <a:schemeClr val="tx1">
                    <a:alpha val="0"/>
                  </a:schemeClr>
                </a:solidFill>
              </a:defRPr>
            </a:lvl1pPr>
          </a:lstStyle>
          <a:p>
            <a:r>
              <a:rPr lang="de-DE"/>
              <a:t>© Allianz 20XX</a:t>
            </a:r>
            <a:endParaRPr lang="en-US"/>
          </a:p>
        </p:txBody>
      </p:sp>
      <p:sp>
        <p:nvSpPr>
          <p:cNvPr id="5" name="Footer Placeholder 4">
            <a:extLst>
              <a:ext uri="{FF2B5EF4-FFF2-40B4-BE49-F238E27FC236}">
                <a16:creationId xmlns:a16="http://schemas.microsoft.com/office/drawing/2014/main" id="{8C52F00A-8701-B0F9-33B9-227E11CF37B3}"/>
              </a:ext>
            </a:extLst>
          </p:cNvPr>
          <p:cNvSpPr>
            <a:spLocks noGrp="1"/>
          </p:cNvSpPr>
          <p:nvPr>
            <p:ph type="ftr" sz="quarter" idx="3"/>
          </p:nvPr>
        </p:nvSpPr>
        <p:spPr>
          <a:xfrm>
            <a:off x="8112124" y="6516000"/>
            <a:ext cx="3610611" cy="342000"/>
          </a:xfrm>
          <a:prstGeom prst="rect">
            <a:avLst/>
          </a:prstGeom>
        </p:spPr>
        <p:txBody>
          <a:bodyPr vert="horz" lIns="0" tIns="0" rIns="0" bIns="0" rtlCol="0" anchor="ctr">
            <a:noAutofit/>
          </a:bodyPr>
          <a:lstStyle>
            <a:lvl1pPr algn="r">
              <a:defRPr sz="800">
                <a:solidFill>
                  <a:schemeClr val="tx1"/>
                </a:solidFill>
              </a:defRPr>
            </a:lvl1pPr>
          </a:lstStyle>
          <a:p>
            <a:r>
              <a:rPr lang="en-US"/>
              <a:t>Footer placeholder is not used?</a:t>
            </a:r>
          </a:p>
        </p:txBody>
      </p:sp>
      <p:sp>
        <p:nvSpPr>
          <p:cNvPr id="6" name="Slide Number Placeholder 5">
            <a:extLst>
              <a:ext uri="{FF2B5EF4-FFF2-40B4-BE49-F238E27FC236}">
                <a16:creationId xmlns:a16="http://schemas.microsoft.com/office/drawing/2014/main" id="{B8543C16-0405-E96A-3C2A-89F6EF40A153}"/>
              </a:ext>
            </a:extLst>
          </p:cNvPr>
          <p:cNvSpPr>
            <a:spLocks noGrp="1"/>
          </p:cNvSpPr>
          <p:nvPr>
            <p:ph type="sldNum" sz="quarter" idx="4"/>
          </p:nvPr>
        </p:nvSpPr>
        <p:spPr>
          <a:xfrm>
            <a:off x="11439998" y="6372000"/>
            <a:ext cx="270000" cy="144000"/>
          </a:xfrm>
          <a:prstGeom prst="rect">
            <a:avLst/>
          </a:prstGeom>
        </p:spPr>
        <p:txBody>
          <a:bodyPr vert="horz" lIns="0" tIns="0" rIns="0" bIns="0" rtlCol="0" anchor="ctr">
            <a:noAutofit/>
          </a:bodyPr>
          <a:lstStyle>
            <a:lvl1pPr algn="r">
              <a:lnSpc>
                <a:spcPts val="1000"/>
              </a:lnSpc>
              <a:defRPr sz="800" b="1">
                <a:solidFill>
                  <a:schemeClr val="tx1"/>
                </a:solidFill>
              </a:defRPr>
            </a:lvl1pPr>
          </a:lstStyle>
          <a:p>
            <a:fld id="{C832ED59-5903-48CD-935E-2E905FC656A7}" type="slidenum">
              <a:rPr lang="en-US" smtClean="0"/>
              <a:pPr/>
              <a:t>‹#›</a:t>
            </a:fld>
            <a:endParaRPr lang="en-US"/>
          </a:p>
        </p:txBody>
      </p:sp>
      <p:pic>
        <p:nvPicPr>
          <p:cNvPr id="7" name="Grafik 6">
            <a:extLst>
              <a:ext uri="{FF2B5EF4-FFF2-40B4-BE49-F238E27FC236}">
                <a16:creationId xmlns:a16="http://schemas.microsoft.com/office/drawing/2014/main" id="{4D1CB0E9-7BAD-0B05-0ED4-0E5FBB00754E}"/>
              </a:ext>
              <a:ext uri="{C183D7F6-B498-43B3-948B-1728B52AA6E4}">
                <adec:decorative xmlns:adec="http://schemas.microsoft.com/office/drawing/2017/decorative" val="1"/>
              </a:ext>
            </a:extLst>
          </p:cNvPr>
          <p:cNvPicPr>
            <a:picLocks noChangeAspect="1"/>
          </p:cNvPicPr>
          <p:nvPr userDrawn="1"/>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212090848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6" r:id="rId6"/>
    <p:sldLayoutId id="2147483657" r:id="rId7"/>
    <p:sldLayoutId id="2147483652" r:id="rId8"/>
    <p:sldLayoutId id="2147483662" r:id="rId9"/>
    <p:sldLayoutId id="2147483653" r:id="rId10"/>
    <p:sldLayoutId id="2147483654" r:id="rId11"/>
    <p:sldLayoutId id="2147483655" r:id="rId12"/>
  </p:sldLayoutIdLst>
  <p:hf hdr="0" ftr="0"/>
  <p:txStyles>
    <p:titleStyle>
      <a:lvl1pPr algn="l" defTabSz="914400" rtl="0" eaLnBrk="1" latinLnBrk="0" hangingPunct="1">
        <a:lnSpc>
          <a:spcPts val="3800"/>
        </a:lnSpc>
        <a:spcBef>
          <a:spcPct val="0"/>
        </a:spcBef>
        <a:buNone/>
        <a:defRPr sz="38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600" kern="1200">
          <a:solidFill>
            <a:schemeClr val="tx1"/>
          </a:solidFill>
          <a:latin typeface="+mn-lt"/>
          <a:ea typeface="+mn-ea"/>
          <a:cs typeface="+mn-cs"/>
        </a:defRPr>
      </a:lvl1pPr>
      <a:lvl2pPr marL="288000" indent="-288000"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2pPr>
      <a:lvl3pPr marL="288000" indent="-288000" algn="l" defTabSz="914400" rtl="0" eaLnBrk="1" latinLnBrk="0" hangingPunct="1">
        <a:lnSpc>
          <a:spcPct val="100000"/>
        </a:lnSpc>
        <a:spcBef>
          <a:spcPts val="0"/>
        </a:spcBef>
        <a:buFont typeface="+mj-lt"/>
        <a:buAutoNum type="arabicPeriod"/>
        <a:defRPr sz="1600" kern="1200">
          <a:solidFill>
            <a:schemeClr val="tx1"/>
          </a:solidFill>
          <a:latin typeface="+mn-lt"/>
          <a:ea typeface="+mn-ea"/>
          <a:cs typeface="+mn-cs"/>
        </a:defRPr>
      </a:lvl3pPr>
      <a:lvl4pPr marL="576000" indent="-2880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576000" indent="-288000" algn="l" defTabSz="914400" rtl="0" eaLnBrk="1" latinLnBrk="0" hangingPunct="1">
        <a:lnSpc>
          <a:spcPct val="100000"/>
        </a:lnSpc>
        <a:spcBef>
          <a:spcPts val="0"/>
        </a:spcBef>
        <a:buFont typeface="Wingdings" panose="05000000000000000000" pitchFamily="2" charset="2"/>
        <a:buChar char="ü"/>
        <a:defRPr sz="160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1200" kern="1200">
          <a:solidFill>
            <a:schemeClr val="tx1"/>
          </a:solidFill>
          <a:latin typeface="+mn-lt"/>
          <a:ea typeface="+mn-ea"/>
          <a:cs typeface="+mn-cs"/>
        </a:defRPr>
      </a:lvl6pPr>
      <a:lvl7pPr marL="288000" indent="-288000" algn="l" defTabSz="914400" rtl="0" eaLnBrk="1" latinLnBrk="0" hangingPunct="1">
        <a:lnSpc>
          <a:spcPct val="100000"/>
        </a:lnSpc>
        <a:spcBef>
          <a:spcPts val="0"/>
        </a:spcBef>
        <a:buFont typeface="Arial" panose="020B0604020202020204" pitchFamily="34" charset="0"/>
        <a:buChar char="•"/>
        <a:defRPr sz="1200" kern="1200">
          <a:solidFill>
            <a:schemeClr val="tx1"/>
          </a:solidFill>
          <a:latin typeface="+mn-lt"/>
          <a:ea typeface="+mn-ea"/>
          <a:cs typeface="+mn-cs"/>
        </a:defRPr>
      </a:lvl7pPr>
      <a:lvl8pPr marL="288000" indent="-288000" algn="l" defTabSz="914400" rtl="0" eaLnBrk="1" latinLnBrk="0" hangingPunct="1">
        <a:lnSpc>
          <a:spcPct val="100000"/>
        </a:lnSpc>
        <a:spcBef>
          <a:spcPts val="0"/>
        </a:spcBef>
        <a:buFont typeface="+mj-lt"/>
        <a:buAutoNum type="arabicPeriod"/>
        <a:defRPr sz="1200" kern="1200">
          <a:solidFill>
            <a:schemeClr val="tx1"/>
          </a:solidFill>
          <a:latin typeface="+mn-lt"/>
          <a:ea typeface="+mn-ea"/>
          <a:cs typeface="+mn-cs"/>
        </a:defRPr>
      </a:lvl8pPr>
      <a:lvl9pPr marL="576000" indent="-288000" algn="l" defTabSz="914400" rtl="0" eaLnBrk="1" latinLnBrk="0" hangingPunct="1">
        <a:lnSpc>
          <a:spcPct val="100000"/>
        </a:lnSpc>
        <a:spcBef>
          <a:spcPts val="0"/>
        </a:spcBef>
        <a:buFont typeface="Wingdings" panose="05000000000000000000" pitchFamily="2"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userDrawn="1">
          <p15:clr>
            <a:srgbClr val="F26B43"/>
          </p15:clr>
        </p15:guide>
        <p15:guide id="2" pos="302" userDrawn="1">
          <p15:clr>
            <a:srgbClr val="F26B43"/>
          </p15:clr>
        </p15:guide>
        <p15:guide id="3" pos="1368" userDrawn="1">
          <p15:clr>
            <a:srgbClr val="F26B43"/>
          </p15:clr>
        </p15:guide>
        <p15:guide id="4" pos="1504" userDrawn="1">
          <p15:clr>
            <a:srgbClr val="F26B43"/>
          </p15:clr>
        </p15:guide>
        <p15:guide id="5" pos="2570" userDrawn="1">
          <p15:clr>
            <a:srgbClr val="F26B43"/>
          </p15:clr>
        </p15:guide>
        <p15:guide id="6" pos="2706" userDrawn="1">
          <p15:clr>
            <a:srgbClr val="F26B43"/>
          </p15:clr>
        </p15:guide>
        <p15:guide id="7" pos="3772" userDrawn="1">
          <p15:clr>
            <a:srgbClr val="F26B43"/>
          </p15:clr>
        </p15:guide>
        <p15:guide id="8" pos="3908" userDrawn="1">
          <p15:clr>
            <a:srgbClr val="F26B43"/>
          </p15:clr>
        </p15:guide>
        <p15:guide id="9" pos="4974" userDrawn="1">
          <p15:clr>
            <a:srgbClr val="F26B43"/>
          </p15:clr>
        </p15:guide>
        <p15:guide id="10" pos="5110" userDrawn="1">
          <p15:clr>
            <a:srgbClr val="F26B43"/>
          </p15:clr>
        </p15:guide>
        <p15:guide id="11" pos="6176" userDrawn="1">
          <p15:clr>
            <a:srgbClr val="F26B43"/>
          </p15:clr>
        </p15:guide>
        <p15:guide id="12" pos="6312" userDrawn="1">
          <p15:clr>
            <a:srgbClr val="F26B43"/>
          </p15:clr>
        </p15:guide>
        <p15:guide id="13" pos="7378" userDrawn="1">
          <p15:clr>
            <a:srgbClr val="F26B43"/>
          </p15:clr>
        </p15:guide>
        <p15:guide id="14" orient="horz" pos="550" userDrawn="1">
          <p15:clr>
            <a:srgbClr val="F26B43"/>
          </p15:clr>
        </p15:guide>
        <p15:guide id="15" orient="horz" pos="1366" userDrawn="1">
          <p15:clr>
            <a:srgbClr val="F26B43"/>
          </p15:clr>
        </p15:guide>
        <p15:guide id="16" orient="horz" pos="3884" userDrawn="1">
          <p15:clr>
            <a:srgbClr val="F26B43"/>
          </p15:clr>
        </p15:guide>
        <p15:guide id="17" orient="horz" pos="111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platzhalter 4" descr="Image of a confident female employee or customer in front of an office environment">
            <a:extLst>
              <a:ext uri="{FF2B5EF4-FFF2-40B4-BE49-F238E27FC236}">
                <a16:creationId xmlns:a16="http://schemas.microsoft.com/office/drawing/2014/main" id="{C652E53D-C0F2-4839-2B7E-EC434B97E806}"/>
              </a:ext>
              <a:ext uri="{C183D7F6-B498-43B3-948B-1728B52AA6E4}">
                <adec:decorative xmlns:adec="http://schemas.microsoft.com/office/drawing/2017/decorative" val="0"/>
              </a:ext>
            </a:extLst>
          </p:cNvPr>
          <p:cNvPicPr>
            <a:picLocks noGrp="1" noChangeAspect="1"/>
          </p:cNvPicPr>
          <p:nvPr>
            <p:ph type="pic" sz="quarter" idx="14"/>
          </p:nvPr>
        </p:nvPicPr>
        <p:blipFill>
          <a:blip r:embed="rId3">
            <a:extLst>
              <a:ext uri="{28A0092B-C50C-407E-A947-70E740481C1C}">
                <a14:useLocalDpi xmlns:a14="http://schemas.microsoft.com/office/drawing/2010/main"/>
              </a:ext>
            </a:extLst>
          </a:blip>
          <a:srcRect/>
          <a:stretch/>
        </p:blipFill>
        <p:spPr>
          <a:xfrm>
            <a:off x="5334000" y="0"/>
            <a:ext cx="6858000" cy="6858000"/>
          </a:xfrm>
        </p:spPr>
      </p:pic>
      <p:sp>
        <p:nvSpPr>
          <p:cNvPr id="6" name="Title 5">
            <a:extLst>
              <a:ext uri="{FF2B5EF4-FFF2-40B4-BE49-F238E27FC236}">
                <a16:creationId xmlns:a16="http://schemas.microsoft.com/office/drawing/2014/main" id="{3CA92908-7008-4E4C-1069-0C0519901798}"/>
              </a:ext>
            </a:extLst>
          </p:cNvPr>
          <p:cNvSpPr>
            <a:spLocks noGrp="1"/>
          </p:cNvSpPr>
          <p:nvPr>
            <p:ph type="ctrTitle"/>
          </p:nvPr>
        </p:nvSpPr>
        <p:spPr>
          <a:xfrm>
            <a:off x="479426" y="1808163"/>
            <a:ext cx="4641216" cy="1701800"/>
          </a:xfrm>
        </p:spPr>
        <p:txBody>
          <a:bodyPr/>
          <a:lstStyle/>
          <a:p>
            <a:r>
              <a:rPr lang="en-US" dirty="0"/>
              <a:t>Claims Vertical </a:t>
            </a:r>
            <a:br>
              <a:rPr lang="en-US" dirty="0"/>
            </a:br>
            <a:r>
              <a:rPr lang="en-US" dirty="0"/>
              <a:t>L2 Support</a:t>
            </a:r>
            <a:endParaRPr lang="en-US" dirty="0">
              <a:solidFill>
                <a:schemeClr val="accent2"/>
              </a:solidFill>
            </a:endParaRPr>
          </a:p>
        </p:txBody>
      </p:sp>
      <p:sp>
        <p:nvSpPr>
          <p:cNvPr id="8" name="Text Placeholder 7">
            <a:extLst>
              <a:ext uri="{FF2B5EF4-FFF2-40B4-BE49-F238E27FC236}">
                <a16:creationId xmlns:a16="http://schemas.microsoft.com/office/drawing/2014/main" id="{9EC43B44-7E78-E546-1FE3-01DF11B58E7C}"/>
              </a:ext>
            </a:extLst>
          </p:cNvPr>
          <p:cNvSpPr>
            <a:spLocks noGrp="1"/>
          </p:cNvSpPr>
          <p:nvPr>
            <p:ph type="body" sz="quarter" idx="13"/>
          </p:nvPr>
        </p:nvSpPr>
        <p:spPr>
          <a:xfrm>
            <a:off x="479425" y="4783138"/>
            <a:ext cx="3600450" cy="1732862"/>
          </a:xfrm>
        </p:spPr>
        <p:txBody>
          <a:bodyPr/>
          <a:lstStyle/>
          <a:p>
            <a:br>
              <a:rPr lang="en-US" dirty="0"/>
            </a:br>
            <a:endParaRPr lang="en-US" dirty="0"/>
          </a:p>
          <a:p>
            <a:r>
              <a:rPr lang="en-US" dirty="0"/>
              <a:t>Pune, India</a:t>
            </a:r>
            <a:br>
              <a:rPr lang="en-US" dirty="0"/>
            </a:br>
            <a:r>
              <a:rPr lang="en-US" dirty="0"/>
              <a:t>11 14, 2025</a:t>
            </a:r>
          </a:p>
          <a:p>
            <a:r>
              <a:rPr lang="en-US" dirty="0"/>
              <a:t>Prepared by Shrikant &amp; Karishma</a:t>
            </a:r>
          </a:p>
        </p:txBody>
      </p:sp>
      <p:sp>
        <p:nvSpPr>
          <p:cNvPr id="5" name="Date Placeholder 4">
            <a:extLst>
              <a:ext uri="{FF2B5EF4-FFF2-40B4-BE49-F238E27FC236}">
                <a16:creationId xmlns:a16="http://schemas.microsoft.com/office/drawing/2014/main" id="{61D4C852-F893-EBEB-2405-D987009367C1}"/>
              </a:ext>
            </a:extLst>
          </p:cNvPr>
          <p:cNvSpPr>
            <a:spLocks noGrp="1"/>
          </p:cNvSpPr>
          <p:nvPr>
            <p:ph type="dt" sz="half" idx="15"/>
          </p:nvPr>
        </p:nvSpPr>
        <p:spPr>
          <a:xfrm rot="-5400000">
            <a:off x="11016000" y="5770800"/>
            <a:ext cx="1281600" cy="144000"/>
          </a:xfrm>
        </p:spPr>
        <p:txBody>
          <a:bodyPr/>
          <a:lstStyle/>
          <a:p>
            <a:r>
              <a:rPr lang="de-DE" dirty="0"/>
              <a:t>© Allianz 20XX</a:t>
            </a:r>
            <a:endParaRPr lang="en-US" dirty="0"/>
          </a:p>
        </p:txBody>
      </p:sp>
      <p:sp>
        <p:nvSpPr>
          <p:cNvPr id="2" name="Foliennummernplatzhalter 1">
            <a:extLst>
              <a:ext uri="{FF2B5EF4-FFF2-40B4-BE49-F238E27FC236}">
                <a16:creationId xmlns:a16="http://schemas.microsoft.com/office/drawing/2014/main" id="{6F2E98D7-C76B-AB63-3C71-128C9C701451}"/>
              </a:ext>
            </a:extLst>
          </p:cNvPr>
          <p:cNvSpPr>
            <a:spLocks noGrp="1"/>
          </p:cNvSpPr>
          <p:nvPr>
            <p:ph type="sldNum" sz="quarter" idx="17"/>
          </p:nvPr>
        </p:nvSpPr>
        <p:spPr>
          <a:xfrm>
            <a:off x="11439998" y="6372000"/>
            <a:ext cx="270000" cy="144000"/>
          </a:xfrm>
        </p:spPr>
        <p:txBody>
          <a:bodyPr/>
          <a:lstStyle/>
          <a:p>
            <a:fld id="{C832ED59-5903-48CD-935E-2E905FC656A7}" type="slidenum">
              <a:rPr lang="en-US" smtClean="0"/>
              <a:pPr/>
              <a:t>1</a:t>
            </a:fld>
            <a:endParaRPr lang="en-US" dirty="0"/>
          </a:p>
        </p:txBody>
      </p:sp>
    </p:spTree>
    <p:extLst>
      <p:ext uri="{BB962C8B-B14F-4D97-AF65-F5344CB8AC3E}">
        <p14:creationId xmlns:p14="http://schemas.microsoft.com/office/powerpoint/2010/main" val="91086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5AFEC6E-B3DA-4CCA-7114-987279289A24}"/>
              </a:ext>
            </a:extLst>
          </p:cNvPr>
          <p:cNvSpPr>
            <a:spLocks noGrp="1"/>
          </p:cNvSpPr>
          <p:nvPr>
            <p:ph type="title"/>
          </p:nvPr>
        </p:nvSpPr>
        <p:spPr>
          <a:xfrm>
            <a:off x="479425" y="873124"/>
            <a:ext cx="9324975" cy="935039"/>
          </a:xfrm>
        </p:spPr>
        <p:txBody>
          <a:bodyPr/>
          <a:lstStyle/>
          <a:p>
            <a:r>
              <a:rPr lang="en-US" dirty="0"/>
              <a:t>Table of Contents</a:t>
            </a:r>
            <a:endParaRPr lang="en-US" dirty="0">
              <a:solidFill>
                <a:schemeClr val="accent2"/>
              </a:solidFill>
            </a:endParaRPr>
          </a:p>
        </p:txBody>
      </p:sp>
      <p:sp>
        <p:nvSpPr>
          <p:cNvPr id="7" name="Slide Number Placeholder 6">
            <a:extLst>
              <a:ext uri="{FF2B5EF4-FFF2-40B4-BE49-F238E27FC236}">
                <a16:creationId xmlns:a16="http://schemas.microsoft.com/office/drawing/2014/main" id="{52E4A41C-D12B-6896-9912-09F4035016AE}"/>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pPr/>
              <a:t>2</a:t>
            </a:fld>
            <a:endParaRPr lang="en-US" dirty="0"/>
          </a:p>
        </p:txBody>
      </p:sp>
      <p:sp>
        <p:nvSpPr>
          <p:cNvPr id="2" name="Datumsplatzhalter 1">
            <a:extLst>
              <a:ext uri="{FF2B5EF4-FFF2-40B4-BE49-F238E27FC236}">
                <a16:creationId xmlns:a16="http://schemas.microsoft.com/office/drawing/2014/main" id="{B170A350-AE2D-BCF1-E0BE-E1925B2D1256}"/>
              </a:ext>
            </a:extLst>
          </p:cNvPr>
          <p:cNvSpPr>
            <a:spLocks noGrp="1"/>
          </p:cNvSpPr>
          <p:nvPr>
            <p:ph type="dt" sz="half" idx="10"/>
          </p:nvPr>
        </p:nvSpPr>
        <p:spPr/>
        <p:txBody>
          <a:bodyPr/>
          <a:lstStyle/>
          <a:p>
            <a:r>
              <a:rPr lang="de-DE" dirty="0"/>
              <a:t>© Allianz 20XX</a:t>
            </a:r>
            <a:endParaRPr lang="en-US" dirty="0"/>
          </a:p>
        </p:txBody>
      </p:sp>
      <p:graphicFrame>
        <p:nvGraphicFramePr>
          <p:cNvPr id="4" name="Table 3">
            <a:extLst>
              <a:ext uri="{FF2B5EF4-FFF2-40B4-BE49-F238E27FC236}">
                <a16:creationId xmlns:a16="http://schemas.microsoft.com/office/drawing/2014/main" id="{A29DAA48-9A41-44B1-748A-D45A1E783310}"/>
              </a:ext>
            </a:extLst>
          </p:cNvPr>
          <p:cNvGraphicFramePr>
            <a:graphicFrameLocks noGrp="1"/>
          </p:cNvGraphicFramePr>
          <p:nvPr>
            <p:extLst>
              <p:ext uri="{D42A27DB-BD31-4B8C-83A1-F6EECF244321}">
                <p14:modId xmlns:p14="http://schemas.microsoft.com/office/powerpoint/2010/main" val="2500322351"/>
              </p:ext>
            </p:extLst>
          </p:nvPr>
        </p:nvGraphicFramePr>
        <p:xfrm>
          <a:off x="479425" y="1945640"/>
          <a:ext cx="7322336" cy="5943600"/>
        </p:xfrm>
        <a:graphic>
          <a:graphicData uri="http://schemas.openxmlformats.org/drawingml/2006/table">
            <a:tbl>
              <a:tblPr firstRow="1" bandRow="1">
                <a:tableStyleId>{2D5ABB26-0587-4C30-8999-92F81FD0307C}</a:tableStyleId>
              </a:tblPr>
              <a:tblGrid>
                <a:gridCol w="7322336">
                  <a:extLst>
                    <a:ext uri="{9D8B030D-6E8A-4147-A177-3AD203B41FA5}">
                      <a16:colId xmlns:a16="http://schemas.microsoft.com/office/drawing/2014/main" val="4022999697"/>
                    </a:ext>
                  </a:extLst>
                </a:gridCol>
              </a:tblGrid>
              <a:tr h="260159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Claims Vertical L2 Support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t>Applications/Services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t>Incident Management levels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t>Ticket assignment groups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t>Minimum Information to be provided in SNOW ticket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p>
                    <a:p>
                      <a:pPr marL="285750" indent="-285750">
                        <a:buFont typeface="Arial" panose="020B0604020202020204" pitchFamily="34" charset="0"/>
                        <a:buChar char="•"/>
                      </a:pPr>
                      <a:endParaRPr lang="en-IN" dirty="0"/>
                    </a:p>
                  </a:txBody>
                  <a:tcPr/>
                </a:tc>
                <a:extLst>
                  <a:ext uri="{0D108BD9-81ED-4DB2-BD59-A6C34878D82A}">
                    <a16:rowId xmlns:a16="http://schemas.microsoft.com/office/drawing/2014/main" val="3752187682"/>
                  </a:ext>
                </a:extLst>
              </a:tr>
              <a:tr h="281253">
                <a:tc>
                  <a:txBody>
                    <a:bodyPr/>
                    <a:lstStyle/>
                    <a:p>
                      <a:endParaRPr lang="en-IN"/>
                    </a:p>
                  </a:txBody>
                  <a:tcPr/>
                </a:tc>
                <a:extLst>
                  <a:ext uri="{0D108BD9-81ED-4DB2-BD59-A6C34878D82A}">
                    <a16:rowId xmlns:a16="http://schemas.microsoft.com/office/drawing/2014/main" val="868958192"/>
                  </a:ext>
                </a:extLst>
              </a:tr>
              <a:tr h="281253">
                <a:tc>
                  <a:txBody>
                    <a:bodyPr/>
                    <a:lstStyle/>
                    <a:p>
                      <a:endParaRPr lang="en-IN"/>
                    </a:p>
                  </a:txBody>
                  <a:tcPr/>
                </a:tc>
                <a:extLst>
                  <a:ext uri="{0D108BD9-81ED-4DB2-BD59-A6C34878D82A}">
                    <a16:rowId xmlns:a16="http://schemas.microsoft.com/office/drawing/2014/main" val="3101565736"/>
                  </a:ext>
                </a:extLst>
              </a:tr>
              <a:tr h="281253">
                <a:tc>
                  <a:txBody>
                    <a:bodyPr/>
                    <a:lstStyle/>
                    <a:p>
                      <a:endParaRPr lang="en-IN"/>
                    </a:p>
                  </a:txBody>
                  <a:tcPr/>
                </a:tc>
                <a:extLst>
                  <a:ext uri="{0D108BD9-81ED-4DB2-BD59-A6C34878D82A}">
                    <a16:rowId xmlns:a16="http://schemas.microsoft.com/office/drawing/2014/main" val="3557780763"/>
                  </a:ext>
                </a:extLst>
              </a:tr>
              <a:tr h="281253">
                <a:tc>
                  <a:txBody>
                    <a:bodyPr/>
                    <a:lstStyle/>
                    <a:p>
                      <a:endParaRPr lang="en-IN"/>
                    </a:p>
                  </a:txBody>
                  <a:tcPr/>
                </a:tc>
                <a:extLst>
                  <a:ext uri="{0D108BD9-81ED-4DB2-BD59-A6C34878D82A}">
                    <a16:rowId xmlns:a16="http://schemas.microsoft.com/office/drawing/2014/main" val="3404465570"/>
                  </a:ext>
                </a:extLst>
              </a:tr>
              <a:tr h="281253">
                <a:tc>
                  <a:txBody>
                    <a:bodyPr/>
                    <a:lstStyle/>
                    <a:p>
                      <a:endParaRPr lang="en-IN"/>
                    </a:p>
                  </a:txBody>
                  <a:tcPr/>
                </a:tc>
                <a:extLst>
                  <a:ext uri="{0D108BD9-81ED-4DB2-BD59-A6C34878D82A}">
                    <a16:rowId xmlns:a16="http://schemas.microsoft.com/office/drawing/2014/main" val="3386089305"/>
                  </a:ext>
                </a:extLst>
              </a:tr>
              <a:tr h="281253">
                <a:tc>
                  <a:txBody>
                    <a:bodyPr/>
                    <a:lstStyle/>
                    <a:p>
                      <a:endParaRPr lang="en-IN"/>
                    </a:p>
                  </a:txBody>
                  <a:tcPr/>
                </a:tc>
                <a:extLst>
                  <a:ext uri="{0D108BD9-81ED-4DB2-BD59-A6C34878D82A}">
                    <a16:rowId xmlns:a16="http://schemas.microsoft.com/office/drawing/2014/main" val="2441209072"/>
                  </a:ext>
                </a:extLst>
              </a:tr>
              <a:tr h="281253">
                <a:tc>
                  <a:txBody>
                    <a:bodyPr/>
                    <a:lstStyle/>
                    <a:p>
                      <a:endParaRPr lang="en-IN" dirty="0"/>
                    </a:p>
                  </a:txBody>
                  <a:tcPr/>
                </a:tc>
                <a:extLst>
                  <a:ext uri="{0D108BD9-81ED-4DB2-BD59-A6C34878D82A}">
                    <a16:rowId xmlns:a16="http://schemas.microsoft.com/office/drawing/2014/main" val="3398524803"/>
                  </a:ext>
                </a:extLst>
              </a:tr>
            </a:tbl>
          </a:graphicData>
        </a:graphic>
      </p:graphicFrame>
    </p:spTree>
    <p:extLst>
      <p:ext uri="{BB962C8B-B14F-4D97-AF65-F5344CB8AC3E}">
        <p14:creationId xmlns:p14="http://schemas.microsoft.com/office/powerpoint/2010/main" val="2750483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E19B7-AEAA-58B7-8BB4-D56BDB6CB829}"/>
              </a:ext>
            </a:extLst>
          </p:cNvPr>
          <p:cNvSpPr>
            <a:spLocks noGrp="1"/>
          </p:cNvSpPr>
          <p:nvPr>
            <p:ph type="title"/>
          </p:nvPr>
        </p:nvSpPr>
        <p:spPr>
          <a:xfrm>
            <a:off x="479425" y="1808163"/>
            <a:ext cx="11233149" cy="2839338"/>
          </a:xfrm>
        </p:spPr>
        <p:txBody>
          <a:bodyPr/>
          <a:lstStyle/>
          <a:p>
            <a:r>
              <a:rPr lang="en-US" dirty="0"/>
              <a:t>Overview of </a:t>
            </a:r>
            <a:br>
              <a:rPr lang="en-US" dirty="0"/>
            </a:br>
            <a:r>
              <a:rPr lang="en-US" dirty="0"/>
              <a:t>Claims</a:t>
            </a:r>
            <a:br>
              <a:rPr lang="en-US" dirty="0"/>
            </a:br>
            <a:r>
              <a:rPr lang="en-US" dirty="0"/>
              <a:t>Vertical</a:t>
            </a:r>
            <a:endParaRPr lang="en-US" dirty="0">
              <a:solidFill>
                <a:schemeClr val="accent2"/>
              </a:solidFill>
            </a:endParaRPr>
          </a:p>
        </p:txBody>
      </p:sp>
      <p:sp>
        <p:nvSpPr>
          <p:cNvPr id="6" name="Slide Number Placeholder 5">
            <a:extLst>
              <a:ext uri="{FF2B5EF4-FFF2-40B4-BE49-F238E27FC236}">
                <a16:creationId xmlns:a16="http://schemas.microsoft.com/office/drawing/2014/main" id="{A333B57C-549E-094B-520E-8C51981769B9}"/>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t>3</a:t>
            </a:fld>
            <a:endParaRPr lang="en-US" dirty="0"/>
          </a:p>
        </p:txBody>
      </p:sp>
      <p:sp>
        <p:nvSpPr>
          <p:cNvPr id="4" name="Datumsplatzhalter 3">
            <a:extLst>
              <a:ext uri="{FF2B5EF4-FFF2-40B4-BE49-F238E27FC236}">
                <a16:creationId xmlns:a16="http://schemas.microsoft.com/office/drawing/2014/main" id="{6C8E771C-EEC1-6AD9-9BF8-6EFA831CF955}"/>
              </a:ext>
            </a:extLst>
          </p:cNvPr>
          <p:cNvSpPr>
            <a:spLocks noGrp="1"/>
          </p:cNvSpPr>
          <p:nvPr>
            <p:ph type="dt" sz="half" idx="10"/>
          </p:nvPr>
        </p:nvSpPr>
        <p:spPr/>
        <p:txBody>
          <a:bodyPr/>
          <a:lstStyle/>
          <a:p>
            <a:r>
              <a:rPr lang="de-DE" dirty="0"/>
              <a:t>© Allianz 20XX</a:t>
            </a:r>
            <a:endParaRPr lang="en-US" dirty="0"/>
          </a:p>
        </p:txBody>
      </p:sp>
    </p:spTree>
    <p:extLst>
      <p:ext uri="{BB962C8B-B14F-4D97-AF65-F5344CB8AC3E}">
        <p14:creationId xmlns:p14="http://schemas.microsoft.com/office/powerpoint/2010/main" val="4101484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E6C4C40-D32C-8874-C580-479EEFE72B6B}"/>
              </a:ext>
            </a:extLst>
          </p:cNvPr>
          <p:cNvSpPr>
            <a:spLocks noGrp="1"/>
          </p:cNvSpPr>
          <p:nvPr>
            <p:ph type="sldNum" sz="quarter" idx="12"/>
          </p:nvPr>
        </p:nvSpPr>
        <p:spPr/>
        <p:txBody>
          <a:bodyPr/>
          <a:lstStyle/>
          <a:p>
            <a:fld id="{C832ED59-5903-48CD-935E-2E905FC656A7}" type="slidenum">
              <a:rPr lang="en-US" smtClean="0"/>
              <a:pPr/>
              <a:t>4</a:t>
            </a:fld>
            <a:endParaRPr lang="en-US" dirty="0"/>
          </a:p>
        </p:txBody>
      </p:sp>
      <p:sp>
        <p:nvSpPr>
          <p:cNvPr id="8" name="Title 7">
            <a:extLst>
              <a:ext uri="{FF2B5EF4-FFF2-40B4-BE49-F238E27FC236}">
                <a16:creationId xmlns:a16="http://schemas.microsoft.com/office/drawing/2014/main" id="{8792B89D-CF80-71A7-6AF0-A1AE673FDC10}"/>
              </a:ext>
            </a:extLst>
          </p:cNvPr>
          <p:cNvSpPr>
            <a:spLocks noGrp="1"/>
          </p:cNvSpPr>
          <p:nvPr>
            <p:ph type="title"/>
          </p:nvPr>
        </p:nvSpPr>
        <p:spPr/>
        <p:txBody>
          <a:bodyPr/>
          <a:lstStyle/>
          <a:p>
            <a:r>
              <a:rPr lang="en-US" dirty="0"/>
              <a:t>Customers in Claims Vertical</a:t>
            </a:r>
            <a:endParaRPr lang="en-US" dirty="0">
              <a:solidFill>
                <a:schemeClr val="accent2"/>
              </a:solidFill>
            </a:endParaRPr>
          </a:p>
        </p:txBody>
      </p:sp>
      <p:sp>
        <p:nvSpPr>
          <p:cNvPr id="3" name="Text Placeholder 2">
            <a:extLst>
              <a:ext uri="{FF2B5EF4-FFF2-40B4-BE49-F238E27FC236}">
                <a16:creationId xmlns:a16="http://schemas.microsoft.com/office/drawing/2014/main" id="{399EF1E5-D4A3-1787-D001-77C34E49D477}"/>
              </a:ext>
            </a:extLst>
          </p:cNvPr>
          <p:cNvSpPr>
            <a:spLocks noGrp="1"/>
          </p:cNvSpPr>
          <p:nvPr>
            <p:ph sz="quarter" idx="14"/>
          </p:nvPr>
        </p:nvSpPr>
        <p:spPr>
          <a:xfrm>
            <a:off x="479425" y="2168525"/>
            <a:ext cx="11229975" cy="3997325"/>
          </a:xfrm>
        </p:spPr>
        <p:txBody>
          <a:bodyPr/>
          <a:lstStyle/>
          <a:p>
            <a:pPr>
              <a:spcBef>
                <a:spcPts val="2500"/>
              </a:spcBef>
            </a:pPr>
            <a:r>
              <a:rPr lang="en-US" b="1" dirty="0"/>
              <a:t>International Customer Base</a:t>
            </a:r>
          </a:p>
          <a:p>
            <a:pPr marL="0" lvl="1" indent="0">
              <a:buNone/>
            </a:pPr>
            <a:r>
              <a:rPr lang="en-US" dirty="0"/>
              <a:t>Claims vertical serves customers from following region:</a:t>
            </a:r>
          </a:p>
          <a:p>
            <a:pPr marL="0" lvl="1" indent="0">
              <a:buNone/>
            </a:pPr>
            <a:endParaRPr lang="en-US" dirty="0"/>
          </a:p>
          <a:p>
            <a:pPr marL="0" lvl="1" indent="0">
              <a:buNone/>
            </a:pPr>
            <a:r>
              <a:rPr lang="en-US" dirty="0"/>
              <a:t>• Italy</a:t>
            </a:r>
          </a:p>
          <a:p>
            <a:pPr marL="0" lvl="1" indent="0">
              <a:buNone/>
            </a:pPr>
            <a:r>
              <a:rPr lang="en-US" dirty="0"/>
              <a:t>• Australia</a:t>
            </a:r>
          </a:p>
          <a:p>
            <a:pPr marL="0" lvl="1" indent="0">
              <a:buNone/>
            </a:pPr>
            <a:r>
              <a:rPr lang="en-US" dirty="0"/>
              <a:t>• Germany</a:t>
            </a:r>
          </a:p>
          <a:p>
            <a:pPr marL="0" lvl="1" indent="0">
              <a:buNone/>
            </a:pPr>
            <a:r>
              <a:rPr lang="en-US" dirty="0"/>
              <a:t>• Switzerland</a:t>
            </a:r>
          </a:p>
        </p:txBody>
      </p:sp>
      <p:sp>
        <p:nvSpPr>
          <p:cNvPr id="2" name="Datumsplatzhalter 1">
            <a:extLst>
              <a:ext uri="{FF2B5EF4-FFF2-40B4-BE49-F238E27FC236}">
                <a16:creationId xmlns:a16="http://schemas.microsoft.com/office/drawing/2014/main" id="{080ABFF5-7225-55EA-D595-FF49AF4F654A}"/>
              </a:ext>
            </a:extLst>
          </p:cNvPr>
          <p:cNvSpPr>
            <a:spLocks noGrp="1"/>
          </p:cNvSpPr>
          <p:nvPr>
            <p:ph type="dt" sz="half" idx="10"/>
          </p:nvPr>
        </p:nvSpPr>
        <p:spPr/>
        <p:txBody>
          <a:bodyPr/>
          <a:lstStyle/>
          <a:p>
            <a:r>
              <a:rPr lang="de-DE" dirty="0"/>
              <a:t>© Allianz 20XX</a:t>
            </a:r>
            <a:endParaRPr lang="en-US" dirty="0"/>
          </a:p>
        </p:txBody>
      </p:sp>
    </p:spTree>
    <p:extLst>
      <p:ext uri="{BB962C8B-B14F-4D97-AF65-F5344CB8AC3E}">
        <p14:creationId xmlns:p14="http://schemas.microsoft.com/office/powerpoint/2010/main" val="3344716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792B89D-CF80-71A7-6AF0-A1AE673FDC10}"/>
              </a:ext>
            </a:extLst>
          </p:cNvPr>
          <p:cNvSpPr>
            <a:spLocks noGrp="1"/>
          </p:cNvSpPr>
          <p:nvPr>
            <p:ph type="title"/>
          </p:nvPr>
        </p:nvSpPr>
        <p:spPr>
          <a:xfrm>
            <a:off x="479425" y="873124"/>
            <a:ext cx="9324975" cy="935039"/>
          </a:xfrm>
        </p:spPr>
        <p:txBody>
          <a:bodyPr/>
          <a:lstStyle/>
          <a:p>
            <a:r>
              <a:rPr lang="en-US" sz="4000" dirty="0"/>
              <a:t>Applications and Services in Claims Vertical</a:t>
            </a:r>
            <a:endParaRPr lang="en-US" dirty="0">
              <a:solidFill>
                <a:schemeClr val="accent2"/>
              </a:solidFill>
            </a:endParaRPr>
          </a:p>
        </p:txBody>
      </p:sp>
      <p:sp>
        <p:nvSpPr>
          <p:cNvPr id="2" name="Content Placeholder 1">
            <a:extLst>
              <a:ext uri="{FF2B5EF4-FFF2-40B4-BE49-F238E27FC236}">
                <a16:creationId xmlns:a16="http://schemas.microsoft.com/office/drawing/2014/main" id="{8177A5CC-3569-E9A1-4A4B-628845493511}"/>
              </a:ext>
            </a:extLst>
          </p:cNvPr>
          <p:cNvSpPr>
            <a:spLocks noGrp="1"/>
          </p:cNvSpPr>
          <p:nvPr>
            <p:ph sz="half" idx="2"/>
          </p:nvPr>
        </p:nvSpPr>
        <p:spPr>
          <a:xfrm>
            <a:off x="6203949" y="2164663"/>
            <a:ext cx="5518785" cy="4001188"/>
          </a:xfrm>
        </p:spPr>
        <p:txBody>
          <a:bodyPr/>
          <a:lstStyle/>
          <a:p>
            <a:pPr>
              <a:spcBef>
                <a:spcPts val="2500"/>
              </a:spcBef>
            </a:pPr>
            <a:r>
              <a:rPr lang="en-US" b="1" dirty="0"/>
              <a:t>Specialized Claims Applications</a:t>
            </a:r>
          </a:p>
          <a:p>
            <a:pPr marL="0" lvl="1" indent="0">
              <a:buNone/>
            </a:pPr>
            <a:r>
              <a:rPr lang="en-US" dirty="0"/>
              <a:t>Claims Vertical uses apps/Software's like :</a:t>
            </a:r>
          </a:p>
          <a:p>
            <a:pPr marL="0" lvl="1" indent="0">
              <a:buNone/>
            </a:pPr>
            <a:r>
              <a:rPr lang="en-US" dirty="0"/>
              <a:t> </a:t>
            </a:r>
          </a:p>
          <a:p>
            <a:pPr marL="0" lvl="1" indent="0">
              <a:buNone/>
            </a:pPr>
            <a:endParaRPr lang="en-US" dirty="0"/>
          </a:p>
          <a:p>
            <a:pPr marL="0" lvl="1"/>
            <a:r>
              <a:rPr lang="en-US" dirty="0"/>
              <a:t>Claimnet</a:t>
            </a:r>
          </a:p>
          <a:p>
            <a:pPr marL="0" lvl="1"/>
            <a:r>
              <a:rPr lang="en-US" dirty="0"/>
              <a:t>POI</a:t>
            </a:r>
          </a:p>
          <a:p>
            <a:pPr marL="0" lvl="1"/>
            <a:r>
              <a:rPr lang="en-US" dirty="0"/>
              <a:t>SPP (GCPP)</a:t>
            </a:r>
          </a:p>
          <a:p>
            <a:pPr marL="0" lvl="1"/>
            <a:r>
              <a:rPr lang="en-US" dirty="0"/>
              <a:t>CTR ( Claim Task Routing )</a:t>
            </a:r>
          </a:p>
          <a:p>
            <a:pPr marL="0" lvl="1"/>
            <a:r>
              <a:rPr lang="en-US" dirty="0"/>
              <a:t>Claims tracker</a:t>
            </a:r>
          </a:p>
          <a:p>
            <a:pPr marL="0" lvl="1"/>
            <a:r>
              <a:rPr lang="en-US" dirty="0"/>
              <a:t> FNOL</a:t>
            </a:r>
          </a:p>
          <a:p>
            <a:pPr marL="0" lvl="1"/>
            <a:endParaRPr lang="en-US" dirty="0"/>
          </a:p>
          <a:p>
            <a:pPr marL="0" lvl="1"/>
            <a:endParaRPr lang="en-US" dirty="0"/>
          </a:p>
          <a:p>
            <a:pPr marL="0" lvl="1" indent="0">
              <a:buNone/>
            </a:pPr>
            <a:r>
              <a:rPr lang="en-US" dirty="0"/>
              <a:t>	These applications enhance operational efficiency and customer experience in claims processing.</a:t>
            </a:r>
          </a:p>
          <a:p>
            <a:pPr marL="0" lvl="1"/>
            <a:endParaRPr lang="en-US" dirty="0"/>
          </a:p>
          <a:p>
            <a:endParaRPr lang="en-US" dirty="0"/>
          </a:p>
        </p:txBody>
      </p:sp>
      <p:sp>
        <p:nvSpPr>
          <p:cNvPr id="6" name="Slide Number Placeholder 5">
            <a:extLst>
              <a:ext uri="{FF2B5EF4-FFF2-40B4-BE49-F238E27FC236}">
                <a16:creationId xmlns:a16="http://schemas.microsoft.com/office/drawing/2014/main" id="{6E6C4C40-D32C-8874-C580-479EEFE72B6B}"/>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pPr/>
              <a:t>5</a:t>
            </a:fld>
            <a:endParaRPr lang="en-US" dirty="0"/>
          </a:p>
        </p:txBody>
      </p:sp>
      <p:sp>
        <p:nvSpPr>
          <p:cNvPr id="16" name="Textplatzhalter 9">
            <a:extLst>
              <a:ext uri="{FF2B5EF4-FFF2-40B4-BE49-F238E27FC236}">
                <a16:creationId xmlns:a16="http://schemas.microsoft.com/office/drawing/2014/main" id="{543A0256-18CC-69CB-66E2-D31F714F3E17}"/>
              </a:ext>
            </a:extLst>
          </p:cNvPr>
          <p:cNvSpPr txBox="1">
            <a:spLocks/>
          </p:cNvSpPr>
          <p:nvPr/>
        </p:nvSpPr>
        <p:spPr>
          <a:xfrm>
            <a:off x="479426" y="476250"/>
            <a:ext cx="9324974" cy="404400"/>
          </a:xfrm>
          <a:prstGeom prst="rect">
            <a:avLst/>
          </a:prstGeom>
        </p:spPr>
        <p:txBody>
          <a:bodyPr vert="horz" lIns="0" tIns="0" rIns="0" bIns="0" rtlCol="0" anchor="t" anchorCtr="0">
            <a:noAutofit/>
          </a:bodyPr>
          <a:lstStyle>
            <a:lvl1pPr marL="0" indent="0" algn="l" defTabSz="967710" rtl="0" eaLnBrk="1" latinLnBrk="0" hangingPunct="1">
              <a:lnSpc>
                <a:spcPct val="100000"/>
              </a:lnSpc>
              <a:spcBef>
                <a:spcPts val="0"/>
              </a:spcBef>
              <a:buFont typeface="+mj-lt"/>
              <a:buNone/>
              <a:defRPr lang="en-US" sz="1100" b="1" kern="1200" cap="all" spc="63" baseline="0" smtClean="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endParaRPr lang="en-US" dirty="0">
              <a:solidFill>
                <a:schemeClr val="tx1"/>
              </a:solidFill>
            </a:endParaRPr>
          </a:p>
        </p:txBody>
      </p:sp>
      <p:grpSp>
        <p:nvGrpSpPr>
          <p:cNvPr id="7" name="Gruppieren 2">
            <a:extLst>
              <a:ext uri="{FF2B5EF4-FFF2-40B4-BE49-F238E27FC236}">
                <a16:creationId xmlns:a16="http://schemas.microsoft.com/office/drawing/2014/main" id="{FC3AB048-7230-E0F5-E4F4-24EAE5BBF9E8}"/>
              </a:ext>
            </a:extLst>
          </p:cNvPr>
          <p:cNvGrpSpPr/>
          <p:nvPr/>
        </p:nvGrpSpPr>
        <p:grpSpPr>
          <a:xfrm>
            <a:off x="479421" y="5209077"/>
            <a:ext cx="710086" cy="710086"/>
            <a:chOff x="10010578" y="5465083"/>
            <a:chExt cx="710086" cy="710086"/>
          </a:xfrm>
          <a:solidFill>
            <a:schemeClr val="tx1"/>
          </a:solidFill>
        </p:grpSpPr>
        <p:sp>
          <p:nvSpPr>
            <p:cNvPr id="10" name="Freihandform 1423">
              <a:extLst>
                <a:ext uri="{FF2B5EF4-FFF2-40B4-BE49-F238E27FC236}">
                  <a16:creationId xmlns:a16="http://schemas.microsoft.com/office/drawing/2014/main" id="{9E0351C4-B98C-B288-4825-F193CE0EBDE3}"/>
                </a:ext>
              </a:extLst>
            </p:cNvPr>
            <p:cNvSpPr/>
            <p:nvPr/>
          </p:nvSpPr>
          <p:spPr>
            <a:xfrm>
              <a:off x="10010578" y="5465083"/>
              <a:ext cx="710086" cy="710086"/>
            </a:xfrm>
            <a:custGeom>
              <a:avLst/>
              <a:gdLst/>
              <a:ahLst/>
              <a:cxnLst>
                <a:cxn ang="3cd4">
                  <a:pos x="hc" y="t"/>
                </a:cxn>
                <a:cxn ang="cd2">
                  <a:pos x="l" y="vc"/>
                </a:cxn>
                <a:cxn ang="cd4">
                  <a:pos x="hc" y="b"/>
                </a:cxn>
                <a:cxn ang="0">
                  <a:pos x="r" y="vc"/>
                </a:cxn>
              </a:cxnLst>
              <a:rect l="l" t="t" r="r" b="b"/>
              <a:pathLst>
                <a:path w="1412" h="1412">
                  <a:moveTo>
                    <a:pt x="705" y="1376"/>
                  </a:moveTo>
                  <a:cubicBezTo>
                    <a:pt x="336" y="1376"/>
                    <a:pt x="36" y="1075"/>
                    <a:pt x="36" y="705"/>
                  </a:cubicBezTo>
                  <a:cubicBezTo>
                    <a:pt x="36" y="337"/>
                    <a:pt x="336" y="36"/>
                    <a:pt x="705" y="36"/>
                  </a:cubicBezTo>
                  <a:cubicBezTo>
                    <a:pt x="1075" y="36"/>
                    <a:pt x="1376" y="337"/>
                    <a:pt x="1376" y="705"/>
                  </a:cubicBezTo>
                  <a:cubicBezTo>
                    <a:pt x="1376" y="1075"/>
                    <a:pt x="1075" y="1376"/>
                    <a:pt x="705" y="1376"/>
                  </a:cubicBezTo>
                  <a:close/>
                  <a:moveTo>
                    <a:pt x="705" y="0"/>
                  </a:moveTo>
                  <a:cubicBezTo>
                    <a:pt x="317" y="0"/>
                    <a:pt x="0" y="318"/>
                    <a:pt x="0" y="705"/>
                  </a:cubicBezTo>
                  <a:cubicBezTo>
                    <a:pt x="0" y="1094"/>
                    <a:pt x="317" y="1412"/>
                    <a:pt x="705" y="1412"/>
                  </a:cubicBezTo>
                  <a:cubicBezTo>
                    <a:pt x="1094" y="1412"/>
                    <a:pt x="1412" y="1094"/>
                    <a:pt x="1412" y="705"/>
                  </a:cubicBezTo>
                  <a:cubicBezTo>
                    <a:pt x="1412" y="318"/>
                    <a:pt x="1094" y="0"/>
                    <a:pt x="705" y="0"/>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sp>
          <p:nvSpPr>
            <p:cNvPr id="11" name="Freihandform 1424">
              <a:extLst>
                <a:ext uri="{FF2B5EF4-FFF2-40B4-BE49-F238E27FC236}">
                  <a16:creationId xmlns:a16="http://schemas.microsoft.com/office/drawing/2014/main" id="{76869F04-2ED7-5290-7678-23953BCA4D39}"/>
                </a:ext>
              </a:extLst>
            </p:cNvPr>
            <p:cNvSpPr/>
            <p:nvPr/>
          </p:nvSpPr>
          <p:spPr>
            <a:xfrm>
              <a:off x="10161553" y="5660348"/>
              <a:ext cx="407632" cy="301950"/>
            </a:xfrm>
            <a:custGeom>
              <a:avLst/>
              <a:gdLst/>
              <a:ahLst/>
              <a:cxnLst>
                <a:cxn ang="3cd4">
                  <a:pos x="hc" y="t"/>
                </a:cxn>
                <a:cxn ang="cd2">
                  <a:pos x="l" y="vc"/>
                </a:cxn>
                <a:cxn ang="cd4">
                  <a:pos x="hc" y="b"/>
                </a:cxn>
                <a:cxn ang="0">
                  <a:pos x="r" y="vc"/>
                </a:cxn>
              </a:cxnLst>
              <a:rect l="l" t="t" r="r" b="b"/>
              <a:pathLst>
                <a:path w="811" h="601">
                  <a:moveTo>
                    <a:pt x="781" y="6"/>
                  </a:moveTo>
                  <a:lnTo>
                    <a:pt x="263" y="556"/>
                  </a:lnTo>
                  <a:lnTo>
                    <a:pt x="30" y="323"/>
                  </a:lnTo>
                  <a:cubicBezTo>
                    <a:pt x="24" y="317"/>
                    <a:pt x="11" y="317"/>
                    <a:pt x="5" y="323"/>
                  </a:cubicBezTo>
                  <a:cubicBezTo>
                    <a:pt x="-2" y="330"/>
                    <a:pt x="-2" y="340"/>
                    <a:pt x="5" y="349"/>
                  </a:cubicBezTo>
                  <a:lnTo>
                    <a:pt x="252" y="594"/>
                  </a:lnTo>
                  <a:cubicBezTo>
                    <a:pt x="254" y="598"/>
                    <a:pt x="259" y="601"/>
                    <a:pt x="265" y="601"/>
                  </a:cubicBezTo>
                  <a:cubicBezTo>
                    <a:pt x="269" y="601"/>
                    <a:pt x="273" y="598"/>
                    <a:pt x="278" y="594"/>
                  </a:cubicBezTo>
                  <a:lnTo>
                    <a:pt x="807" y="29"/>
                  </a:lnTo>
                  <a:cubicBezTo>
                    <a:pt x="813" y="23"/>
                    <a:pt x="813" y="12"/>
                    <a:pt x="805" y="6"/>
                  </a:cubicBezTo>
                  <a:cubicBezTo>
                    <a:pt x="798" y="-3"/>
                    <a:pt x="788" y="-1"/>
                    <a:pt x="781" y="6"/>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grpSp>
      <p:sp>
        <p:nvSpPr>
          <p:cNvPr id="4" name="Datumsplatzhalter 3">
            <a:extLst>
              <a:ext uri="{FF2B5EF4-FFF2-40B4-BE49-F238E27FC236}">
                <a16:creationId xmlns:a16="http://schemas.microsoft.com/office/drawing/2014/main" id="{A7C9B5A2-83DD-86D1-53B1-2CEDC5237B35}"/>
              </a:ext>
            </a:extLst>
          </p:cNvPr>
          <p:cNvSpPr>
            <a:spLocks noGrp="1"/>
          </p:cNvSpPr>
          <p:nvPr>
            <p:ph type="dt" sz="half" idx="10"/>
          </p:nvPr>
        </p:nvSpPr>
        <p:spPr/>
        <p:txBody>
          <a:bodyPr/>
          <a:lstStyle/>
          <a:p>
            <a:r>
              <a:rPr lang="de-DE" dirty="0"/>
              <a:t>© Allianz 20XX</a:t>
            </a:r>
            <a:endParaRPr lang="en-US" dirty="0"/>
          </a:p>
        </p:txBody>
      </p:sp>
      <p:pic>
        <p:nvPicPr>
          <p:cNvPr id="5" name="Content Placeholder 4" descr="Internet Network of Connected Devices and Apps ">
            <a:extLst>
              <a:ext uri="{FF2B5EF4-FFF2-40B4-BE49-F238E27FC236}">
                <a16:creationId xmlns:a16="http://schemas.microsoft.com/office/drawing/2014/main" id="{63BECAD5-4936-E9C3-BAD9-822DED265585}"/>
              </a:ext>
            </a:extLst>
          </p:cNvPr>
          <p:cNvPicPr>
            <a:picLocks noGrp="1" noChangeAspect="1"/>
          </p:cNvPicPr>
          <p:nvPr>
            <p:ph sz="half" idx="1"/>
          </p:nvPr>
        </p:nvPicPr>
        <p:blipFill>
          <a:blip r:embed="rId2"/>
          <a:stretch/>
        </p:blipFill>
        <p:spPr>
          <a:xfrm>
            <a:off x="469900" y="2326666"/>
            <a:ext cx="5518150" cy="3677868"/>
          </a:xfrm>
          <a:prstGeom prst="rect">
            <a:avLst/>
          </a:prstGeom>
          <a:noFill/>
        </p:spPr>
      </p:pic>
    </p:spTree>
    <p:extLst>
      <p:ext uri="{BB962C8B-B14F-4D97-AF65-F5344CB8AC3E}">
        <p14:creationId xmlns:p14="http://schemas.microsoft.com/office/powerpoint/2010/main" val="1542578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0F5EF-442B-B28F-989F-54C01F01C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697BA-839B-A419-A669-3E0ED59ADA88}"/>
              </a:ext>
            </a:extLst>
          </p:cNvPr>
          <p:cNvSpPr>
            <a:spLocks noGrp="1"/>
          </p:cNvSpPr>
          <p:nvPr>
            <p:ph type="title"/>
          </p:nvPr>
        </p:nvSpPr>
        <p:spPr>
          <a:xfrm>
            <a:off x="479425" y="1808163"/>
            <a:ext cx="11233149" cy="2839338"/>
          </a:xfrm>
        </p:spPr>
        <p:txBody>
          <a:bodyPr/>
          <a:lstStyle/>
          <a:p>
            <a:r>
              <a:rPr lang="en-US" dirty="0"/>
              <a:t>Incident Management Support Levels</a:t>
            </a:r>
            <a:endParaRPr lang="en-US" dirty="0">
              <a:solidFill>
                <a:schemeClr val="accent2"/>
              </a:solidFill>
            </a:endParaRPr>
          </a:p>
        </p:txBody>
      </p:sp>
      <p:sp>
        <p:nvSpPr>
          <p:cNvPr id="6" name="Slide Number Placeholder 5">
            <a:extLst>
              <a:ext uri="{FF2B5EF4-FFF2-40B4-BE49-F238E27FC236}">
                <a16:creationId xmlns:a16="http://schemas.microsoft.com/office/drawing/2014/main" id="{7D00837E-644B-C60A-21C2-BA10D267F56F}"/>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t>6</a:t>
            </a:fld>
            <a:endParaRPr lang="en-US" dirty="0"/>
          </a:p>
        </p:txBody>
      </p:sp>
      <p:sp>
        <p:nvSpPr>
          <p:cNvPr id="4" name="Datumsplatzhalter 3">
            <a:extLst>
              <a:ext uri="{FF2B5EF4-FFF2-40B4-BE49-F238E27FC236}">
                <a16:creationId xmlns:a16="http://schemas.microsoft.com/office/drawing/2014/main" id="{F105681C-72EE-D222-3AC8-7917FF4B22E3}"/>
              </a:ext>
            </a:extLst>
          </p:cNvPr>
          <p:cNvSpPr>
            <a:spLocks noGrp="1"/>
          </p:cNvSpPr>
          <p:nvPr>
            <p:ph type="dt" sz="half" idx="10"/>
          </p:nvPr>
        </p:nvSpPr>
        <p:spPr/>
        <p:txBody>
          <a:bodyPr/>
          <a:lstStyle/>
          <a:p>
            <a:r>
              <a:rPr lang="de-DE" dirty="0"/>
              <a:t>© Allianz 20XX</a:t>
            </a:r>
            <a:endParaRPr lang="en-US" dirty="0"/>
          </a:p>
        </p:txBody>
      </p:sp>
    </p:spTree>
    <p:extLst>
      <p:ext uri="{BB962C8B-B14F-4D97-AF65-F5344CB8AC3E}">
        <p14:creationId xmlns:p14="http://schemas.microsoft.com/office/powerpoint/2010/main" val="297403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4E680-EF2A-F9F5-98B6-145BBA34F42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E36C6B2-68AC-93A7-F424-DAEA86E251D4}"/>
              </a:ext>
            </a:extLst>
          </p:cNvPr>
          <p:cNvSpPr>
            <a:spLocks noGrp="1"/>
          </p:cNvSpPr>
          <p:nvPr>
            <p:ph type="title"/>
          </p:nvPr>
        </p:nvSpPr>
        <p:spPr>
          <a:xfrm>
            <a:off x="479425" y="873124"/>
            <a:ext cx="9324975" cy="935039"/>
          </a:xfrm>
        </p:spPr>
        <p:txBody>
          <a:bodyPr/>
          <a:lstStyle/>
          <a:p>
            <a:r>
              <a:rPr lang="en-US" sz="4000" dirty="0"/>
              <a:t>Support Levels in Incident Management</a:t>
            </a:r>
            <a:endParaRPr lang="en-US" dirty="0">
              <a:solidFill>
                <a:schemeClr val="accent2"/>
              </a:solidFill>
            </a:endParaRPr>
          </a:p>
        </p:txBody>
      </p:sp>
      <p:sp>
        <p:nvSpPr>
          <p:cNvPr id="2" name="Content Placeholder 1">
            <a:extLst>
              <a:ext uri="{FF2B5EF4-FFF2-40B4-BE49-F238E27FC236}">
                <a16:creationId xmlns:a16="http://schemas.microsoft.com/office/drawing/2014/main" id="{9CE28804-6B22-6DB1-ADDA-4BFC2F5A1CAB}"/>
              </a:ext>
            </a:extLst>
          </p:cNvPr>
          <p:cNvSpPr>
            <a:spLocks noGrp="1"/>
          </p:cNvSpPr>
          <p:nvPr>
            <p:ph sz="half" idx="2"/>
          </p:nvPr>
        </p:nvSpPr>
        <p:spPr>
          <a:xfrm>
            <a:off x="6203949" y="2164663"/>
            <a:ext cx="5518785" cy="4001188"/>
          </a:xfrm>
        </p:spPr>
        <p:txBody>
          <a:bodyPr/>
          <a:lstStyle/>
          <a:p>
            <a:pPr marL="285750" indent="-285750">
              <a:spcBef>
                <a:spcPts val="2500"/>
              </a:spcBef>
              <a:buFont typeface="Arial" panose="020B0604020202020204" pitchFamily="34" charset="0"/>
              <a:buChar char="•"/>
            </a:pPr>
            <a:r>
              <a:rPr lang="en-US" b="1" dirty="0"/>
              <a:t>First Level Support- L1</a:t>
            </a:r>
          </a:p>
          <a:p>
            <a:pPr marL="0" lvl="1" indent="0">
              <a:buNone/>
            </a:pPr>
            <a:r>
              <a:rPr lang="en-US" dirty="0"/>
              <a:t>	Depending on the customer, 1st Level support is done by local IT or My-Allicia who is supporting 24/7 all over the globe</a:t>
            </a:r>
          </a:p>
          <a:p>
            <a:pPr marL="285750" indent="-285750">
              <a:spcBef>
                <a:spcPts val="2500"/>
              </a:spcBef>
              <a:buFont typeface="Arial" panose="020B0604020202020204" pitchFamily="34" charset="0"/>
              <a:buChar char="•"/>
            </a:pPr>
            <a:r>
              <a:rPr lang="en-US" b="1" dirty="0"/>
              <a:t>Second Level Support –L2</a:t>
            </a:r>
          </a:p>
          <a:p>
            <a:pPr marL="0" lvl="1" indent="0">
              <a:buNone/>
            </a:pPr>
            <a:r>
              <a:rPr lang="en-US" dirty="0"/>
              <a:t>	The task of the 2nd Level User Support is to examine tickets that have been forwarded and to decide: the priority of the issue, to forward it with the right assignment group.</a:t>
            </a:r>
          </a:p>
          <a:p>
            <a:pPr marL="0" lvl="1"/>
            <a:endParaRPr lang="en-US" dirty="0"/>
          </a:p>
          <a:p>
            <a:pPr marL="0" lvl="1"/>
            <a:r>
              <a:rPr lang="en-US" dirty="0"/>
              <a:t> </a:t>
            </a:r>
            <a:r>
              <a:rPr lang="en-US" b="1" dirty="0"/>
              <a:t>Third Level Support – L3</a:t>
            </a:r>
          </a:p>
          <a:p>
            <a:pPr marL="0" lvl="1" indent="0">
              <a:buNone/>
            </a:pPr>
            <a:r>
              <a:rPr lang="en-US" dirty="0"/>
              <a:t>	Developers fix bugs, rewrite programs, and plan long-term solutions for incidents.</a:t>
            </a:r>
          </a:p>
          <a:p>
            <a:pPr marL="0" lvl="1"/>
            <a:endParaRPr lang="en-US" dirty="0"/>
          </a:p>
          <a:p>
            <a:endParaRPr lang="en-US" dirty="0"/>
          </a:p>
        </p:txBody>
      </p:sp>
      <p:sp>
        <p:nvSpPr>
          <p:cNvPr id="6" name="Slide Number Placeholder 5">
            <a:extLst>
              <a:ext uri="{FF2B5EF4-FFF2-40B4-BE49-F238E27FC236}">
                <a16:creationId xmlns:a16="http://schemas.microsoft.com/office/drawing/2014/main" id="{76366FE7-9F3D-C45C-AFED-2DCC0109F1DB}"/>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pPr/>
              <a:t>7</a:t>
            </a:fld>
            <a:endParaRPr lang="en-US" dirty="0"/>
          </a:p>
        </p:txBody>
      </p:sp>
      <p:sp>
        <p:nvSpPr>
          <p:cNvPr id="16" name="Textplatzhalter 9">
            <a:extLst>
              <a:ext uri="{FF2B5EF4-FFF2-40B4-BE49-F238E27FC236}">
                <a16:creationId xmlns:a16="http://schemas.microsoft.com/office/drawing/2014/main" id="{41FA9F83-1F98-98B8-8BC4-DCB6F2C66B9B}"/>
              </a:ext>
            </a:extLst>
          </p:cNvPr>
          <p:cNvSpPr txBox="1">
            <a:spLocks/>
          </p:cNvSpPr>
          <p:nvPr/>
        </p:nvSpPr>
        <p:spPr>
          <a:xfrm>
            <a:off x="479426" y="476250"/>
            <a:ext cx="9324974" cy="404400"/>
          </a:xfrm>
          <a:prstGeom prst="rect">
            <a:avLst/>
          </a:prstGeom>
        </p:spPr>
        <p:txBody>
          <a:bodyPr vert="horz" lIns="0" tIns="0" rIns="0" bIns="0" rtlCol="0" anchor="t" anchorCtr="0">
            <a:noAutofit/>
          </a:bodyPr>
          <a:lstStyle>
            <a:lvl1pPr marL="0" indent="0" algn="l" defTabSz="967710" rtl="0" eaLnBrk="1" latinLnBrk="0" hangingPunct="1">
              <a:lnSpc>
                <a:spcPct val="100000"/>
              </a:lnSpc>
              <a:spcBef>
                <a:spcPts val="0"/>
              </a:spcBef>
              <a:buFont typeface="+mj-lt"/>
              <a:buNone/>
              <a:defRPr lang="en-US" sz="1100" b="1" kern="1200" cap="all" spc="63" baseline="0" smtClean="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endParaRPr lang="en-US" dirty="0">
              <a:solidFill>
                <a:schemeClr val="tx1"/>
              </a:solidFill>
            </a:endParaRPr>
          </a:p>
        </p:txBody>
      </p:sp>
      <p:grpSp>
        <p:nvGrpSpPr>
          <p:cNvPr id="7" name="Gruppieren 2">
            <a:extLst>
              <a:ext uri="{FF2B5EF4-FFF2-40B4-BE49-F238E27FC236}">
                <a16:creationId xmlns:a16="http://schemas.microsoft.com/office/drawing/2014/main" id="{45B15929-D0DD-09AD-0D9C-28EAFBF2E661}"/>
              </a:ext>
            </a:extLst>
          </p:cNvPr>
          <p:cNvGrpSpPr/>
          <p:nvPr/>
        </p:nvGrpSpPr>
        <p:grpSpPr>
          <a:xfrm>
            <a:off x="479421" y="5209077"/>
            <a:ext cx="710086" cy="710086"/>
            <a:chOff x="10010578" y="5465083"/>
            <a:chExt cx="710086" cy="710086"/>
          </a:xfrm>
          <a:solidFill>
            <a:schemeClr val="tx1"/>
          </a:solidFill>
        </p:grpSpPr>
        <p:sp>
          <p:nvSpPr>
            <p:cNvPr id="10" name="Freihandform 1423">
              <a:extLst>
                <a:ext uri="{FF2B5EF4-FFF2-40B4-BE49-F238E27FC236}">
                  <a16:creationId xmlns:a16="http://schemas.microsoft.com/office/drawing/2014/main" id="{6CAD78B8-EAF3-A4CF-C772-9B87E69F34E9}"/>
                </a:ext>
              </a:extLst>
            </p:cNvPr>
            <p:cNvSpPr/>
            <p:nvPr/>
          </p:nvSpPr>
          <p:spPr>
            <a:xfrm>
              <a:off x="10010578" y="5465083"/>
              <a:ext cx="710086" cy="710086"/>
            </a:xfrm>
            <a:custGeom>
              <a:avLst/>
              <a:gdLst/>
              <a:ahLst/>
              <a:cxnLst>
                <a:cxn ang="3cd4">
                  <a:pos x="hc" y="t"/>
                </a:cxn>
                <a:cxn ang="cd2">
                  <a:pos x="l" y="vc"/>
                </a:cxn>
                <a:cxn ang="cd4">
                  <a:pos x="hc" y="b"/>
                </a:cxn>
                <a:cxn ang="0">
                  <a:pos x="r" y="vc"/>
                </a:cxn>
              </a:cxnLst>
              <a:rect l="l" t="t" r="r" b="b"/>
              <a:pathLst>
                <a:path w="1412" h="1412">
                  <a:moveTo>
                    <a:pt x="705" y="1376"/>
                  </a:moveTo>
                  <a:cubicBezTo>
                    <a:pt x="336" y="1376"/>
                    <a:pt x="36" y="1075"/>
                    <a:pt x="36" y="705"/>
                  </a:cubicBezTo>
                  <a:cubicBezTo>
                    <a:pt x="36" y="337"/>
                    <a:pt x="336" y="36"/>
                    <a:pt x="705" y="36"/>
                  </a:cubicBezTo>
                  <a:cubicBezTo>
                    <a:pt x="1075" y="36"/>
                    <a:pt x="1376" y="337"/>
                    <a:pt x="1376" y="705"/>
                  </a:cubicBezTo>
                  <a:cubicBezTo>
                    <a:pt x="1376" y="1075"/>
                    <a:pt x="1075" y="1376"/>
                    <a:pt x="705" y="1376"/>
                  </a:cubicBezTo>
                  <a:close/>
                  <a:moveTo>
                    <a:pt x="705" y="0"/>
                  </a:moveTo>
                  <a:cubicBezTo>
                    <a:pt x="317" y="0"/>
                    <a:pt x="0" y="318"/>
                    <a:pt x="0" y="705"/>
                  </a:cubicBezTo>
                  <a:cubicBezTo>
                    <a:pt x="0" y="1094"/>
                    <a:pt x="317" y="1412"/>
                    <a:pt x="705" y="1412"/>
                  </a:cubicBezTo>
                  <a:cubicBezTo>
                    <a:pt x="1094" y="1412"/>
                    <a:pt x="1412" y="1094"/>
                    <a:pt x="1412" y="705"/>
                  </a:cubicBezTo>
                  <a:cubicBezTo>
                    <a:pt x="1412" y="318"/>
                    <a:pt x="1094" y="0"/>
                    <a:pt x="705" y="0"/>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sp>
          <p:nvSpPr>
            <p:cNvPr id="11" name="Freihandform 1424">
              <a:extLst>
                <a:ext uri="{FF2B5EF4-FFF2-40B4-BE49-F238E27FC236}">
                  <a16:creationId xmlns:a16="http://schemas.microsoft.com/office/drawing/2014/main" id="{0763A63D-254F-29C5-0C0A-069EDC753C3F}"/>
                </a:ext>
              </a:extLst>
            </p:cNvPr>
            <p:cNvSpPr/>
            <p:nvPr/>
          </p:nvSpPr>
          <p:spPr>
            <a:xfrm>
              <a:off x="10161553" y="5660348"/>
              <a:ext cx="407632" cy="301950"/>
            </a:xfrm>
            <a:custGeom>
              <a:avLst/>
              <a:gdLst/>
              <a:ahLst/>
              <a:cxnLst>
                <a:cxn ang="3cd4">
                  <a:pos x="hc" y="t"/>
                </a:cxn>
                <a:cxn ang="cd2">
                  <a:pos x="l" y="vc"/>
                </a:cxn>
                <a:cxn ang="cd4">
                  <a:pos x="hc" y="b"/>
                </a:cxn>
                <a:cxn ang="0">
                  <a:pos x="r" y="vc"/>
                </a:cxn>
              </a:cxnLst>
              <a:rect l="l" t="t" r="r" b="b"/>
              <a:pathLst>
                <a:path w="811" h="601">
                  <a:moveTo>
                    <a:pt x="781" y="6"/>
                  </a:moveTo>
                  <a:lnTo>
                    <a:pt x="263" y="556"/>
                  </a:lnTo>
                  <a:lnTo>
                    <a:pt x="30" y="323"/>
                  </a:lnTo>
                  <a:cubicBezTo>
                    <a:pt x="24" y="317"/>
                    <a:pt x="11" y="317"/>
                    <a:pt x="5" y="323"/>
                  </a:cubicBezTo>
                  <a:cubicBezTo>
                    <a:pt x="-2" y="330"/>
                    <a:pt x="-2" y="340"/>
                    <a:pt x="5" y="349"/>
                  </a:cubicBezTo>
                  <a:lnTo>
                    <a:pt x="252" y="594"/>
                  </a:lnTo>
                  <a:cubicBezTo>
                    <a:pt x="254" y="598"/>
                    <a:pt x="259" y="601"/>
                    <a:pt x="265" y="601"/>
                  </a:cubicBezTo>
                  <a:cubicBezTo>
                    <a:pt x="269" y="601"/>
                    <a:pt x="273" y="598"/>
                    <a:pt x="278" y="594"/>
                  </a:cubicBezTo>
                  <a:lnTo>
                    <a:pt x="807" y="29"/>
                  </a:lnTo>
                  <a:cubicBezTo>
                    <a:pt x="813" y="23"/>
                    <a:pt x="813" y="12"/>
                    <a:pt x="805" y="6"/>
                  </a:cubicBezTo>
                  <a:cubicBezTo>
                    <a:pt x="798" y="-3"/>
                    <a:pt x="788" y="-1"/>
                    <a:pt x="781" y="6"/>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grpSp>
      <p:sp>
        <p:nvSpPr>
          <p:cNvPr id="4" name="Datumsplatzhalter 3">
            <a:extLst>
              <a:ext uri="{FF2B5EF4-FFF2-40B4-BE49-F238E27FC236}">
                <a16:creationId xmlns:a16="http://schemas.microsoft.com/office/drawing/2014/main" id="{B2DA165C-101C-D68F-3C70-42EBE3D043C7}"/>
              </a:ext>
            </a:extLst>
          </p:cNvPr>
          <p:cNvSpPr>
            <a:spLocks noGrp="1"/>
          </p:cNvSpPr>
          <p:nvPr>
            <p:ph type="dt" sz="half" idx="10"/>
          </p:nvPr>
        </p:nvSpPr>
        <p:spPr/>
        <p:txBody>
          <a:bodyPr/>
          <a:lstStyle/>
          <a:p>
            <a:r>
              <a:rPr lang="de-DE" dirty="0"/>
              <a:t>© Allianz 20XX</a:t>
            </a:r>
            <a:endParaRPr lang="en-US" dirty="0"/>
          </a:p>
        </p:txBody>
      </p:sp>
      <p:pic>
        <p:nvPicPr>
          <p:cNvPr id="14"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748E6BDA-46D2-0747-0D4C-4AA7891C7328}"/>
              </a:ext>
            </a:extLst>
          </p:cNvPr>
          <p:cNvPicPr>
            <a:picLocks noGrp="1" noChangeAspect="1"/>
          </p:cNvPicPr>
          <p:nvPr>
            <p:ph sz="half" idx="1"/>
          </p:nvPr>
        </p:nvPicPr>
        <p:blipFill>
          <a:blip r:embed="rId2"/>
          <a:srcRect l="21740" r="16059" b="-1"/>
          <a:stretch>
            <a:fillRect/>
          </a:stretch>
        </p:blipFill>
        <p:spPr>
          <a:xfrm>
            <a:off x="947955" y="1719800"/>
            <a:ext cx="4143275" cy="4439699"/>
          </a:xfrm>
          <a:prstGeom prst="rect">
            <a:avLst/>
          </a:prstGeom>
          <a:noFill/>
        </p:spPr>
      </p:pic>
    </p:spTree>
    <p:extLst>
      <p:ext uri="{BB962C8B-B14F-4D97-AF65-F5344CB8AC3E}">
        <p14:creationId xmlns:p14="http://schemas.microsoft.com/office/powerpoint/2010/main" val="4153983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AC04D-1B4B-CA6D-DF96-3FFA9F0E92D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F88D74A-04BA-F5A4-D1E2-9764B6F5ED6F}"/>
              </a:ext>
            </a:extLst>
          </p:cNvPr>
          <p:cNvSpPr>
            <a:spLocks noGrp="1"/>
          </p:cNvSpPr>
          <p:nvPr>
            <p:ph type="title"/>
          </p:nvPr>
        </p:nvSpPr>
        <p:spPr>
          <a:xfrm>
            <a:off x="6719582" y="873124"/>
            <a:ext cx="3084818" cy="462587"/>
          </a:xfrm>
        </p:spPr>
        <p:txBody>
          <a:bodyPr/>
          <a:lstStyle/>
          <a:p>
            <a:r>
              <a:rPr lang="en-US" sz="4000" dirty="0"/>
              <a:t>Ticket Assignment</a:t>
            </a:r>
            <a:endParaRPr lang="en-US" dirty="0">
              <a:solidFill>
                <a:schemeClr val="accent2"/>
              </a:solidFill>
            </a:endParaRPr>
          </a:p>
        </p:txBody>
      </p:sp>
      <p:sp>
        <p:nvSpPr>
          <p:cNvPr id="2" name="Content Placeholder 1">
            <a:extLst>
              <a:ext uri="{FF2B5EF4-FFF2-40B4-BE49-F238E27FC236}">
                <a16:creationId xmlns:a16="http://schemas.microsoft.com/office/drawing/2014/main" id="{E6E45F97-80A3-85CF-C7C6-11667255F19A}"/>
              </a:ext>
            </a:extLst>
          </p:cNvPr>
          <p:cNvSpPr>
            <a:spLocks noGrp="1"/>
          </p:cNvSpPr>
          <p:nvPr>
            <p:ph sz="half" idx="2"/>
          </p:nvPr>
        </p:nvSpPr>
        <p:spPr>
          <a:xfrm>
            <a:off x="6860364" y="2164663"/>
            <a:ext cx="4862370" cy="3754500"/>
          </a:xfrm>
        </p:spPr>
        <p:txBody>
          <a:bodyPr/>
          <a:lstStyle/>
          <a:p>
            <a:pPr>
              <a:spcBef>
                <a:spcPts val="2500"/>
              </a:spcBef>
            </a:pPr>
            <a:r>
              <a:rPr lang="en-US" b="1" dirty="0"/>
              <a:t>Importance of Ticket Assignment</a:t>
            </a:r>
          </a:p>
          <a:p>
            <a:pPr marL="0" lvl="1" indent="0">
              <a:buNone/>
            </a:pPr>
            <a:r>
              <a:rPr lang="en-US" dirty="0"/>
              <a:t>Proper ticket assignment directs issues to correct local and global teams for faster resolution.</a:t>
            </a:r>
          </a:p>
          <a:p>
            <a:pPr>
              <a:spcBef>
                <a:spcPts val="2500"/>
              </a:spcBef>
            </a:pPr>
            <a:r>
              <a:rPr lang="en-US" b="1" dirty="0"/>
              <a:t>Mandatory SNOW Ticket Fields</a:t>
            </a:r>
          </a:p>
          <a:p>
            <a:pPr marL="0" lvl="1" indent="0">
              <a:buNone/>
            </a:pPr>
            <a:r>
              <a:rPr lang="en-US" dirty="0"/>
              <a:t>Tickets require detailed info including description, business unit, priority, and user details.</a:t>
            </a:r>
          </a:p>
          <a:p>
            <a:pPr>
              <a:spcBef>
                <a:spcPts val="2500"/>
              </a:spcBef>
            </a:pPr>
            <a:r>
              <a:rPr lang="en-US" b="1" dirty="0"/>
              <a:t>Benefits of Structured Ticketing</a:t>
            </a:r>
          </a:p>
          <a:p>
            <a:pPr marL="0" lvl="1" indent="0">
              <a:buNone/>
            </a:pPr>
            <a:r>
              <a:rPr lang="en-US" dirty="0"/>
              <a:t>Structured tickets support efficient issue handling, tracking, auditing, and process improvement.</a:t>
            </a:r>
          </a:p>
          <a:p>
            <a:endParaRPr lang="en-US" dirty="0"/>
          </a:p>
        </p:txBody>
      </p:sp>
      <p:sp>
        <p:nvSpPr>
          <p:cNvPr id="6" name="Slide Number Placeholder 5">
            <a:extLst>
              <a:ext uri="{FF2B5EF4-FFF2-40B4-BE49-F238E27FC236}">
                <a16:creationId xmlns:a16="http://schemas.microsoft.com/office/drawing/2014/main" id="{AEEB3ED7-29F8-6F31-FF1C-E5C73B42B7D4}"/>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pPr/>
              <a:t>8</a:t>
            </a:fld>
            <a:endParaRPr lang="en-US" dirty="0"/>
          </a:p>
        </p:txBody>
      </p:sp>
      <p:sp>
        <p:nvSpPr>
          <p:cNvPr id="16" name="Textplatzhalter 9">
            <a:extLst>
              <a:ext uri="{FF2B5EF4-FFF2-40B4-BE49-F238E27FC236}">
                <a16:creationId xmlns:a16="http://schemas.microsoft.com/office/drawing/2014/main" id="{2C2653FC-B9BA-6DDC-8FB3-FA4C6DDA8251}"/>
              </a:ext>
            </a:extLst>
          </p:cNvPr>
          <p:cNvSpPr txBox="1">
            <a:spLocks/>
          </p:cNvSpPr>
          <p:nvPr/>
        </p:nvSpPr>
        <p:spPr>
          <a:xfrm>
            <a:off x="7323588" y="476249"/>
            <a:ext cx="2480811" cy="462587"/>
          </a:xfrm>
          <a:prstGeom prst="rect">
            <a:avLst/>
          </a:prstGeom>
        </p:spPr>
        <p:txBody>
          <a:bodyPr vert="horz" lIns="0" tIns="0" rIns="0" bIns="0" rtlCol="0" anchor="t" anchorCtr="0">
            <a:noAutofit/>
          </a:bodyPr>
          <a:lstStyle>
            <a:lvl1pPr marL="0" indent="0" algn="l" defTabSz="967710" rtl="0" eaLnBrk="1" latinLnBrk="0" hangingPunct="1">
              <a:lnSpc>
                <a:spcPct val="100000"/>
              </a:lnSpc>
              <a:spcBef>
                <a:spcPts val="0"/>
              </a:spcBef>
              <a:buFont typeface="+mj-lt"/>
              <a:buNone/>
              <a:defRPr lang="en-US" sz="1100" b="1" kern="1200" cap="all" spc="63" baseline="0" smtClean="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endParaRPr lang="en-US" dirty="0">
              <a:solidFill>
                <a:schemeClr val="tx1"/>
              </a:solidFill>
            </a:endParaRPr>
          </a:p>
        </p:txBody>
      </p:sp>
      <p:grpSp>
        <p:nvGrpSpPr>
          <p:cNvPr id="7" name="Gruppieren 2">
            <a:extLst>
              <a:ext uri="{FF2B5EF4-FFF2-40B4-BE49-F238E27FC236}">
                <a16:creationId xmlns:a16="http://schemas.microsoft.com/office/drawing/2014/main" id="{89C65FCB-1E5C-6B98-2525-0E872666D2F5}"/>
              </a:ext>
            </a:extLst>
          </p:cNvPr>
          <p:cNvGrpSpPr/>
          <p:nvPr/>
        </p:nvGrpSpPr>
        <p:grpSpPr>
          <a:xfrm>
            <a:off x="479421" y="5209077"/>
            <a:ext cx="710086" cy="710086"/>
            <a:chOff x="10010578" y="5465083"/>
            <a:chExt cx="710086" cy="710086"/>
          </a:xfrm>
          <a:solidFill>
            <a:schemeClr val="tx1"/>
          </a:solidFill>
        </p:grpSpPr>
        <p:sp>
          <p:nvSpPr>
            <p:cNvPr id="10" name="Freihandform 1423">
              <a:extLst>
                <a:ext uri="{FF2B5EF4-FFF2-40B4-BE49-F238E27FC236}">
                  <a16:creationId xmlns:a16="http://schemas.microsoft.com/office/drawing/2014/main" id="{0B2021A6-AD7F-5AE1-68BD-CA09817ADE86}"/>
                </a:ext>
              </a:extLst>
            </p:cNvPr>
            <p:cNvSpPr/>
            <p:nvPr/>
          </p:nvSpPr>
          <p:spPr>
            <a:xfrm>
              <a:off x="10010578" y="5465083"/>
              <a:ext cx="710086" cy="710086"/>
            </a:xfrm>
            <a:custGeom>
              <a:avLst/>
              <a:gdLst/>
              <a:ahLst/>
              <a:cxnLst>
                <a:cxn ang="3cd4">
                  <a:pos x="hc" y="t"/>
                </a:cxn>
                <a:cxn ang="cd2">
                  <a:pos x="l" y="vc"/>
                </a:cxn>
                <a:cxn ang="cd4">
                  <a:pos x="hc" y="b"/>
                </a:cxn>
                <a:cxn ang="0">
                  <a:pos x="r" y="vc"/>
                </a:cxn>
              </a:cxnLst>
              <a:rect l="l" t="t" r="r" b="b"/>
              <a:pathLst>
                <a:path w="1412" h="1412">
                  <a:moveTo>
                    <a:pt x="705" y="1376"/>
                  </a:moveTo>
                  <a:cubicBezTo>
                    <a:pt x="336" y="1376"/>
                    <a:pt x="36" y="1075"/>
                    <a:pt x="36" y="705"/>
                  </a:cubicBezTo>
                  <a:cubicBezTo>
                    <a:pt x="36" y="337"/>
                    <a:pt x="336" y="36"/>
                    <a:pt x="705" y="36"/>
                  </a:cubicBezTo>
                  <a:cubicBezTo>
                    <a:pt x="1075" y="36"/>
                    <a:pt x="1376" y="337"/>
                    <a:pt x="1376" y="705"/>
                  </a:cubicBezTo>
                  <a:cubicBezTo>
                    <a:pt x="1376" y="1075"/>
                    <a:pt x="1075" y="1376"/>
                    <a:pt x="705" y="1376"/>
                  </a:cubicBezTo>
                  <a:close/>
                  <a:moveTo>
                    <a:pt x="705" y="0"/>
                  </a:moveTo>
                  <a:cubicBezTo>
                    <a:pt x="317" y="0"/>
                    <a:pt x="0" y="318"/>
                    <a:pt x="0" y="705"/>
                  </a:cubicBezTo>
                  <a:cubicBezTo>
                    <a:pt x="0" y="1094"/>
                    <a:pt x="317" y="1412"/>
                    <a:pt x="705" y="1412"/>
                  </a:cubicBezTo>
                  <a:cubicBezTo>
                    <a:pt x="1094" y="1412"/>
                    <a:pt x="1412" y="1094"/>
                    <a:pt x="1412" y="705"/>
                  </a:cubicBezTo>
                  <a:cubicBezTo>
                    <a:pt x="1412" y="318"/>
                    <a:pt x="1094" y="0"/>
                    <a:pt x="705" y="0"/>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sp>
          <p:nvSpPr>
            <p:cNvPr id="11" name="Freihandform 1424">
              <a:extLst>
                <a:ext uri="{FF2B5EF4-FFF2-40B4-BE49-F238E27FC236}">
                  <a16:creationId xmlns:a16="http://schemas.microsoft.com/office/drawing/2014/main" id="{F03D3FFD-70BA-9049-17C3-C95D496DB1FB}"/>
                </a:ext>
              </a:extLst>
            </p:cNvPr>
            <p:cNvSpPr/>
            <p:nvPr/>
          </p:nvSpPr>
          <p:spPr>
            <a:xfrm>
              <a:off x="10161553" y="5660348"/>
              <a:ext cx="407632" cy="301950"/>
            </a:xfrm>
            <a:custGeom>
              <a:avLst/>
              <a:gdLst/>
              <a:ahLst/>
              <a:cxnLst>
                <a:cxn ang="3cd4">
                  <a:pos x="hc" y="t"/>
                </a:cxn>
                <a:cxn ang="cd2">
                  <a:pos x="l" y="vc"/>
                </a:cxn>
                <a:cxn ang="cd4">
                  <a:pos x="hc" y="b"/>
                </a:cxn>
                <a:cxn ang="0">
                  <a:pos x="r" y="vc"/>
                </a:cxn>
              </a:cxnLst>
              <a:rect l="l" t="t" r="r" b="b"/>
              <a:pathLst>
                <a:path w="811" h="601">
                  <a:moveTo>
                    <a:pt x="781" y="6"/>
                  </a:moveTo>
                  <a:lnTo>
                    <a:pt x="263" y="556"/>
                  </a:lnTo>
                  <a:lnTo>
                    <a:pt x="30" y="323"/>
                  </a:lnTo>
                  <a:cubicBezTo>
                    <a:pt x="24" y="317"/>
                    <a:pt x="11" y="317"/>
                    <a:pt x="5" y="323"/>
                  </a:cubicBezTo>
                  <a:cubicBezTo>
                    <a:pt x="-2" y="330"/>
                    <a:pt x="-2" y="340"/>
                    <a:pt x="5" y="349"/>
                  </a:cubicBezTo>
                  <a:lnTo>
                    <a:pt x="252" y="594"/>
                  </a:lnTo>
                  <a:cubicBezTo>
                    <a:pt x="254" y="598"/>
                    <a:pt x="259" y="601"/>
                    <a:pt x="265" y="601"/>
                  </a:cubicBezTo>
                  <a:cubicBezTo>
                    <a:pt x="269" y="601"/>
                    <a:pt x="273" y="598"/>
                    <a:pt x="278" y="594"/>
                  </a:cubicBezTo>
                  <a:lnTo>
                    <a:pt x="807" y="29"/>
                  </a:lnTo>
                  <a:cubicBezTo>
                    <a:pt x="813" y="23"/>
                    <a:pt x="813" y="12"/>
                    <a:pt x="805" y="6"/>
                  </a:cubicBezTo>
                  <a:cubicBezTo>
                    <a:pt x="798" y="-3"/>
                    <a:pt x="788" y="-1"/>
                    <a:pt x="781" y="6"/>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grpSp>
      <p:sp>
        <p:nvSpPr>
          <p:cNvPr id="4" name="Datumsplatzhalter 3">
            <a:extLst>
              <a:ext uri="{FF2B5EF4-FFF2-40B4-BE49-F238E27FC236}">
                <a16:creationId xmlns:a16="http://schemas.microsoft.com/office/drawing/2014/main" id="{DD9D7891-B8DE-2B04-E8EF-65D7AC80A002}"/>
              </a:ext>
            </a:extLst>
          </p:cNvPr>
          <p:cNvSpPr>
            <a:spLocks noGrp="1"/>
          </p:cNvSpPr>
          <p:nvPr>
            <p:ph type="dt" sz="half" idx="10"/>
          </p:nvPr>
        </p:nvSpPr>
        <p:spPr/>
        <p:txBody>
          <a:bodyPr/>
          <a:lstStyle/>
          <a:p>
            <a:r>
              <a:rPr lang="de-DE" dirty="0"/>
              <a:t>© Allianz 20XX</a:t>
            </a:r>
            <a:endParaRPr lang="en-US" dirty="0"/>
          </a:p>
        </p:txBody>
      </p:sp>
      <p:pic>
        <p:nvPicPr>
          <p:cNvPr id="5" name="Content Placeholder 4" descr="Internet Network of Connected Devices and Apps ">
            <a:extLst>
              <a:ext uri="{FF2B5EF4-FFF2-40B4-BE49-F238E27FC236}">
                <a16:creationId xmlns:a16="http://schemas.microsoft.com/office/drawing/2014/main" id="{5B70B6B9-1D57-A9BC-A10C-113E481D3975}"/>
              </a:ext>
            </a:extLst>
          </p:cNvPr>
          <p:cNvPicPr>
            <a:picLocks noGrp="1" noChangeAspect="1"/>
          </p:cNvPicPr>
          <p:nvPr>
            <p:ph sz="half" idx="1"/>
          </p:nvPr>
        </p:nvPicPr>
        <p:blipFill>
          <a:blip r:embed="rId2"/>
          <a:stretch/>
        </p:blipFill>
        <p:spPr>
          <a:xfrm>
            <a:off x="469900" y="2326666"/>
            <a:ext cx="5518150" cy="3677868"/>
          </a:xfrm>
          <a:prstGeom prst="rect">
            <a:avLst/>
          </a:prstGeom>
          <a:noFill/>
        </p:spPr>
      </p:pic>
      <p:pic>
        <p:nvPicPr>
          <p:cNvPr id="3" name="Content Placeholder 4" descr="Login web form">
            <a:extLst>
              <a:ext uri="{FF2B5EF4-FFF2-40B4-BE49-F238E27FC236}">
                <a16:creationId xmlns:a16="http://schemas.microsoft.com/office/drawing/2014/main" id="{6D464629-F483-1FE2-EA45-4D04BE10CCC7}"/>
              </a:ext>
            </a:extLst>
          </p:cNvPr>
          <p:cNvPicPr>
            <a:picLocks noChangeAspect="1"/>
          </p:cNvPicPr>
          <p:nvPr/>
        </p:nvPicPr>
        <p:blipFill>
          <a:blip r:embed="rId3"/>
          <a:srcRect l="16417" r="25112" b="1"/>
          <a:stretch>
            <a:fillRect/>
          </a:stretch>
        </p:blipFill>
        <p:spPr>
          <a:xfrm>
            <a:off x="1" y="10"/>
            <a:ext cx="6390464" cy="6857990"/>
          </a:xfrm>
          <a:prstGeom prst="rect">
            <a:avLst/>
          </a:prstGeom>
          <a:noFill/>
        </p:spPr>
      </p:pic>
    </p:spTree>
    <p:extLst>
      <p:ext uri="{BB962C8B-B14F-4D97-AF65-F5344CB8AC3E}">
        <p14:creationId xmlns:p14="http://schemas.microsoft.com/office/powerpoint/2010/main" val="3214391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7D2FD-DFFC-BFBA-2993-CC44F9D01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8DE00-68EE-97D3-D1FB-1150A2474C4B}"/>
              </a:ext>
            </a:extLst>
          </p:cNvPr>
          <p:cNvSpPr>
            <a:spLocks noGrp="1"/>
          </p:cNvSpPr>
          <p:nvPr>
            <p:ph type="title"/>
          </p:nvPr>
        </p:nvSpPr>
        <p:spPr>
          <a:xfrm>
            <a:off x="479425" y="1808163"/>
            <a:ext cx="11233149" cy="2839338"/>
          </a:xfrm>
        </p:spPr>
        <p:txBody>
          <a:bodyPr/>
          <a:lstStyle/>
          <a:p>
            <a:r>
              <a:rPr lang="en-US" dirty="0"/>
              <a:t>Minimum information </a:t>
            </a:r>
            <a:br>
              <a:rPr lang="en-US" dirty="0"/>
            </a:br>
            <a:r>
              <a:rPr lang="en-US" dirty="0"/>
              <a:t>to be provided </a:t>
            </a:r>
            <a:br>
              <a:rPr lang="en-US" dirty="0"/>
            </a:br>
            <a:r>
              <a:rPr lang="en-US" dirty="0"/>
              <a:t>in SNOW ticket</a:t>
            </a:r>
            <a:endParaRPr lang="en-US" dirty="0">
              <a:solidFill>
                <a:schemeClr val="accent2"/>
              </a:solidFill>
            </a:endParaRPr>
          </a:p>
        </p:txBody>
      </p:sp>
      <p:sp>
        <p:nvSpPr>
          <p:cNvPr id="6" name="Slide Number Placeholder 5">
            <a:extLst>
              <a:ext uri="{FF2B5EF4-FFF2-40B4-BE49-F238E27FC236}">
                <a16:creationId xmlns:a16="http://schemas.microsoft.com/office/drawing/2014/main" id="{44565EC3-EFF9-8F59-E309-8CE42F18A884}"/>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t>9</a:t>
            </a:fld>
            <a:endParaRPr lang="en-US" dirty="0"/>
          </a:p>
        </p:txBody>
      </p:sp>
      <p:sp>
        <p:nvSpPr>
          <p:cNvPr id="4" name="Datumsplatzhalter 3">
            <a:extLst>
              <a:ext uri="{FF2B5EF4-FFF2-40B4-BE49-F238E27FC236}">
                <a16:creationId xmlns:a16="http://schemas.microsoft.com/office/drawing/2014/main" id="{846BC282-F88D-7F3B-6E4D-9A0D7AA336C6}"/>
              </a:ext>
            </a:extLst>
          </p:cNvPr>
          <p:cNvSpPr>
            <a:spLocks noGrp="1"/>
          </p:cNvSpPr>
          <p:nvPr>
            <p:ph type="dt" sz="half" idx="10"/>
          </p:nvPr>
        </p:nvSpPr>
        <p:spPr/>
        <p:txBody>
          <a:bodyPr/>
          <a:lstStyle/>
          <a:p>
            <a:r>
              <a:rPr lang="de-DE" dirty="0"/>
              <a:t>© Allianz 20XX</a:t>
            </a:r>
            <a:endParaRPr lang="en-US" dirty="0"/>
          </a:p>
        </p:txBody>
      </p:sp>
    </p:spTree>
    <p:extLst>
      <p:ext uri="{BB962C8B-B14F-4D97-AF65-F5344CB8AC3E}">
        <p14:creationId xmlns:p14="http://schemas.microsoft.com/office/powerpoint/2010/main" val="2581023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E72F-4A39-0435-DFD6-36B5B32B2F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6FA5BC-E8D1-8FEC-C661-3669481D4A9C}"/>
              </a:ext>
            </a:extLst>
          </p:cNvPr>
          <p:cNvSpPr>
            <a:spLocks noGrp="1"/>
          </p:cNvSpPr>
          <p:nvPr>
            <p:ph sz="half" idx="2"/>
          </p:nvPr>
        </p:nvSpPr>
        <p:spPr>
          <a:xfrm>
            <a:off x="6644081" y="796954"/>
            <a:ext cx="5065917" cy="5830349"/>
          </a:xfrm>
        </p:spPr>
        <p:txBody>
          <a:bodyPr/>
          <a:lstStyle/>
          <a:p>
            <a:r>
              <a:rPr lang="en-US" sz="1200" dirty="0"/>
              <a:t>Dear team,</a:t>
            </a:r>
          </a:p>
          <a:p>
            <a:r>
              <a:rPr lang="en-US" sz="1200" dirty="0"/>
              <a:t> </a:t>
            </a:r>
          </a:p>
          <a:p>
            <a:r>
              <a:rPr lang="en-US" sz="1200" dirty="0"/>
              <a:t>Please be so kind and look into below issue</a:t>
            </a:r>
          </a:p>
          <a:p>
            <a:r>
              <a:rPr lang="en-US" sz="1200" dirty="0"/>
              <a:t> </a:t>
            </a:r>
          </a:p>
          <a:p>
            <a:r>
              <a:rPr lang="en-US" sz="1200" dirty="0"/>
              <a:t>ITMP AUS |  (Usually we add short description here )</a:t>
            </a:r>
          </a:p>
          <a:p>
            <a:r>
              <a:rPr lang="en-US" sz="1200" dirty="0"/>
              <a:t> </a:t>
            </a:r>
          </a:p>
          <a:p>
            <a:r>
              <a:rPr lang="en-US" sz="1200" dirty="0"/>
              <a:t>Business unit (Country): BMP Australia</a:t>
            </a:r>
          </a:p>
          <a:p>
            <a:r>
              <a:rPr lang="en-US" sz="1200" dirty="0"/>
              <a:t> </a:t>
            </a:r>
          </a:p>
          <a:p>
            <a:r>
              <a:rPr lang="en-US" sz="1200" dirty="0"/>
              <a:t>Priority of this issue : Regular</a:t>
            </a:r>
          </a:p>
          <a:p>
            <a:r>
              <a:rPr lang="en-US" sz="1200" dirty="0"/>
              <a:t> </a:t>
            </a:r>
          </a:p>
          <a:p>
            <a:r>
              <a:rPr lang="en-US" sz="1200" dirty="0"/>
              <a:t>Incident date and time : [Insert Date/Time]</a:t>
            </a:r>
          </a:p>
          <a:p>
            <a:r>
              <a:rPr lang="en-US" sz="1200" dirty="0"/>
              <a:t> </a:t>
            </a:r>
          </a:p>
          <a:p>
            <a:r>
              <a:rPr lang="en-US" sz="1200" dirty="0"/>
              <a:t>Affected GIAM users and ABS user ID’s : JDBB</a:t>
            </a:r>
          </a:p>
          <a:p>
            <a:r>
              <a:rPr lang="en-US" sz="1200" dirty="0"/>
              <a:t> </a:t>
            </a:r>
          </a:p>
          <a:p>
            <a:r>
              <a:rPr lang="en-US" sz="1200" dirty="0"/>
              <a:t>Affected User :  [ Name ]</a:t>
            </a:r>
          </a:p>
          <a:p>
            <a:r>
              <a:rPr lang="en-US" sz="1200" dirty="0"/>
              <a:t> </a:t>
            </a:r>
          </a:p>
          <a:p>
            <a:r>
              <a:rPr lang="en-US" sz="1200" dirty="0"/>
              <a:t>Affected User Email: [ Email ]</a:t>
            </a:r>
          </a:p>
          <a:p>
            <a:r>
              <a:rPr lang="en-US" sz="1200" dirty="0"/>
              <a:t> </a:t>
            </a:r>
          </a:p>
          <a:p>
            <a:r>
              <a:rPr lang="en-US" sz="1200" dirty="0"/>
              <a:t>Affected User Phone : [ Phone Number ]</a:t>
            </a:r>
          </a:p>
          <a:p>
            <a:r>
              <a:rPr lang="en-US" sz="1200" dirty="0"/>
              <a:t> </a:t>
            </a:r>
          </a:p>
          <a:p>
            <a:r>
              <a:rPr lang="en-US" sz="1200" dirty="0"/>
              <a:t> </a:t>
            </a:r>
          </a:p>
          <a:p>
            <a:r>
              <a:rPr lang="en-US" sz="1200" dirty="0"/>
              <a:t>Problem: [ Describe the issue ]</a:t>
            </a:r>
          </a:p>
          <a:p>
            <a:r>
              <a:rPr lang="en-US" sz="1200" dirty="0"/>
              <a:t> </a:t>
            </a:r>
          </a:p>
          <a:p>
            <a:r>
              <a:rPr lang="en-US" sz="1200" dirty="0"/>
              <a:t>Steps Taken : [ List steps already tried ]</a:t>
            </a:r>
          </a:p>
          <a:p>
            <a:endParaRPr lang="en-US" sz="1200" dirty="0"/>
          </a:p>
          <a:p>
            <a:r>
              <a:rPr lang="en-US" sz="1200" dirty="0"/>
              <a:t> </a:t>
            </a:r>
          </a:p>
          <a:p>
            <a:r>
              <a:rPr lang="en-US" sz="1200" dirty="0"/>
              <a:t>Attachments :</a:t>
            </a:r>
          </a:p>
          <a:p>
            <a:r>
              <a:rPr lang="en-US" sz="1200" dirty="0"/>
              <a:t> </a:t>
            </a:r>
          </a:p>
          <a:p>
            <a:r>
              <a:rPr lang="en-US" sz="1200" dirty="0"/>
              <a:t>Best Regards</a:t>
            </a:r>
          </a:p>
          <a:p>
            <a:r>
              <a:rPr lang="en-US" sz="1200" dirty="0"/>
              <a:t>Your Name </a:t>
            </a:r>
          </a:p>
          <a:p>
            <a:r>
              <a:rPr lang="en-US" sz="1200" dirty="0"/>
              <a:t>team name</a:t>
            </a:r>
            <a:endParaRPr lang="en-IN" sz="1200" dirty="0"/>
          </a:p>
          <a:p>
            <a:endParaRPr lang="en-US" sz="1100" dirty="0"/>
          </a:p>
        </p:txBody>
      </p:sp>
      <p:sp>
        <p:nvSpPr>
          <p:cNvPr id="6" name="Slide Number Placeholder 5">
            <a:extLst>
              <a:ext uri="{FF2B5EF4-FFF2-40B4-BE49-F238E27FC236}">
                <a16:creationId xmlns:a16="http://schemas.microsoft.com/office/drawing/2014/main" id="{8C7B2FFF-17C1-6DA6-29F4-0A5DCFDB4A4A}"/>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pPr/>
              <a:t>10</a:t>
            </a:fld>
            <a:endParaRPr lang="en-US" dirty="0"/>
          </a:p>
        </p:txBody>
      </p:sp>
      <p:sp>
        <p:nvSpPr>
          <p:cNvPr id="16" name="Textplatzhalter 9">
            <a:extLst>
              <a:ext uri="{FF2B5EF4-FFF2-40B4-BE49-F238E27FC236}">
                <a16:creationId xmlns:a16="http://schemas.microsoft.com/office/drawing/2014/main" id="{CBC3B834-254E-24D1-BAC1-1B8E2D45CF9D}"/>
              </a:ext>
            </a:extLst>
          </p:cNvPr>
          <p:cNvSpPr txBox="1">
            <a:spLocks/>
          </p:cNvSpPr>
          <p:nvPr/>
        </p:nvSpPr>
        <p:spPr>
          <a:xfrm>
            <a:off x="7323588" y="476249"/>
            <a:ext cx="2480811" cy="462587"/>
          </a:xfrm>
          <a:prstGeom prst="rect">
            <a:avLst/>
          </a:prstGeom>
        </p:spPr>
        <p:txBody>
          <a:bodyPr vert="horz" lIns="0" tIns="0" rIns="0" bIns="0" rtlCol="0" anchor="t" anchorCtr="0">
            <a:noAutofit/>
          </a:bodyPr>
          <a:lstStyle>
            <a:lvl1pPr marL="0" indent="0" algn="l" defTabSz="967710" rtl="0" eaLnBrk="1" latinLnBrk="0" hangingPunct="1">
              <a:lnSpc>
                <a:spcPct val="100000"/>
              </a:lnSpc>
              <a:spcBef>
                <a:spcPts val="0"/>
              </a:spcBef>
              <a:buFont typeface="+mj-lt"/>
              <a:buNone/>
              <a:defRPr lang="en-US" sz="1100" b="1" kern="1200" cap="all" spc="63" baseline="0" smtClean="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endParaRPr lang="en-US" dirty="0">
              <a:solidFill>
                <a:schemeClr val="tx1"/>
              </a:solidFill>
            </a:endParaRPr>
          </a:p>
        </p:txBody>
      </p:sp>
      <p:grpSp>
        <p:nvGrpSpPr>
          <p:cNvPr id="7" name="Gruppieren 2">
            <a:extLst>
              <a:ext uri="{FF2B5EF4-FFF2-40B4-BE49-F238E27FC236}">
                <a16:creationId xmlns:a16="http://schemas.microsoft.com/office/drawing/2014/main" id="{646757FF-7023-40FE-85A5-38091D24A23D}"/>
              </a:ext>
            </a:extLst>
          </p:cNvPr>
          <p:cNvGrpSpPr/>
          <p:nvPr/>
        </p:nvGrpSpPr>
        <p:grpSpPr>
          <a:xfrm>
            <a:off x="479421" y="5209077"/>
            <a:ext cx="710086" cy="710086"/>
            <a:chOff x="10010578" y="5465083"/>
            <a:chExt cx="710086" cy="710086"/>
          </a:xfrm>
          <a:solidFill>
            <a:schemeClr val="tx1"/>
          </a:solidFill>
        </p:grpSpPr>
        <p:sp>
          <p:nvSpPr>
            <p:cNvPr id="10" name="Freihandform 1423">
              <a:extLst>
                <a:ext uri="{FF2B5EF4-FFF2-40B4-BE49-F238E27FC236}">
                  <a16:creationId xmlns:a16="http://schemas.microsoft.com/office/drawing/2014/main" id="{A7C4CFAA-A4F5-368A-D66D-16C1109966EA}"/>
                </a:ext>
              </a:extLst>
            </p:cNvPr>
            <p:cNvSpPr/>
            <p:nvPr/>
          </p:nvSpPr>
          <p:spPr>
            <a:xfrm>
              <a:off x="10010578" y="5465083"/>
              <a:ext cx="710086" cy="710086"/>
            </a:xfrm>
            <a:custGeom>
              <a:avLst/>
              <a:gdLst/>
              <a:ahLst/>
              <a:cxnLst>
                <a:cxn ang="3cd4">
                  <a:pos x="hc" y="t"/>
                </a:cxn>
                <a:cxn ang="cd2">
                  <a:pos x="l" y="vc"/>
                </a:cxn>
                <a:cxn ang="cd4">
                  <a:pos x="hc" y="b"/>
                </a:cxn>
                <a:cxn ang="0">
                  <a:pos x="r" y="vc"/>
                </a:cxn>
              </a:cxnLst>
              <a:rect l="l" t="t" r="r" b="b"/>
              <a:pathLst>
                <a:path w="1412" h="1412">
                  <a:moveTo>
                    <a:pt x="705" y="1376"/>
                  </a:moveTo>
                  <a:cubicBezTo>
                    <a:pt x="336" y="1376"/>
                    <a:pt x="36" y="1075"/>
                    <a:pt x="36" y="705"/>
                  </a:cubicBezTo>
                  <a:cubicBezTo>
                    <a:pt x="36" y="337"/>
                    <a:pt x="336" y="36"/>
                    <a:pt x="705" y="36"/>
                  </a:cubicBezTo>
                  <a:cubicBezTo>
                    <a:pt x="1075" y="36"/>
                    <a:pt x="1376" y="337"/>
                    <a:pt x="1376" y="705"/>
                  </a:cubicBezTo>
                  <a:cubicBezTo>
                    <a:pt x="1376" y="1075"/>
                    <a:pt x="1075" y="1376"/>
                    <a:pt x="705" y="1376"/>
                  </a:cubicBezTo>
                  <a:close/>
                  <a:moveTo>
                    <a:pt x="705" y="0"/>
                  </a:moveTo>
                  <a:cubicBezTo>
                    <a:pt x="317" y="0"/>
                    <a:pt x="0" y="318"/>
                    <a:pt x="0" y="705"/>
                  </a:cubicBezTo>
                  <a:cubicBezTo>
                    <a:pt x="0" y="1094"/>
                    <a:pt x="317" y="1412"/>
                    <a:pt x="705" y="1412"/>
                  </a:cubicBezTo>
                  <a:cubicBezTo>
                    <a:pt x="1094" y="1412"/>
                    <a:pt x="1412" y="1094"/>
                    <a:pt x="1412" y="705"/>
                  </a:cubicBezTo>
                  <a:cubicBezTo>
                    <a:pt x="1412" y="318"/>
                    <a:pt x="1094" y="0"/>
                    <a:pt x="705" y="0"/>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sp>
          <p:nvSpPr>
            <p:cNvPr id="11" name="Freihandform 1424">
              <a:extLst>
                <a:ext uri="{FF2B5EF4-FFF2-40B4-BE49-F238E27FC236}">
                  <a16:creationId xmlns:a16="http://schemas.microsoft.com/office/drawing/2014/main" id="{9B86564D-B61D-16C9-D412-8CDB5B9CED5C}"/>
                </a:ext>
              </a:extLst>
            </p:cNvPr>
            <p:cNvSpPr/>
            <p:nvPr/>
          </p:nvSpPr>
          <p:spPr>
            <a:xfrm>
              <a:off x="10161553" y="5660348"/>
              <a:ext cx="407632" cy="301950"/>
            </a:xfrm>
            <a:custGeom>
              <a:avLst/>
              <a:gdLst/>
              <a:ahLst/>
              <a:cxnLst>
                <a:cxn ang="3cd4">
                  <a:pos x="hc" y="t"/>
                </a:cxn>
                <a:cxn ang="cd2">
                  <a:pos x="l" y="vc"/>
                </a:cxn>
                <a:cxn ang="cd4">
                  <a:pos x="hc" y="b"/>
                </a:cxn>
                <a:cxn ang="0">
                  <a:pos x="r" y="vc"/>
                </a:cxn>
              </a:cxnLst>
              <a:rect l="l" t="t" r="r" b="b"/>
              <a:pathLst>
                <a:path w="811" h="601">
                  <a:moveTo>
                    <a:pt x="781" y="6"/>
                  </a:moveTo>
                  <a:lnTo>
                    <a:pt x="263" y="556"/>
                  </a:lnTo>
                  <a:lnTo>
                    <a:pt x="30" y="323"/>
                  </a:lnTo>
                  <a:cubicBezTo>
                    <a:pt x="24" y="317"/>
                    <a:pt x="11" y="317"/>
                    <a:pt x="5" y="323"/>
                  </a:cubicBezTo>
                  <a:cubicBezTo>
                    <a:pt x="-2" y="330"/>
                    <a:pt x="-2" y="340"/>
                    <a:pt x="5" y="349"/>
                  </a:cubicBezTo>
                  <a:lnTo>
                    <a:pt x="252" y="594"/>
                  </a:lnTo>
                  <a:cubicBezTo>
                    <a:pt x="254" y="598"/>
                    <a:pt x="259" y="601"/>
                    <a:pt x="265" y="601"/>
                  </a:cubicBezTo>
                  <a:cubicBezTo>
                    <a:pt x="269" y="601"/>
                    <a:pt x="273" y="598"/>
                    <a:pt x="278" y="594"/>
                  </a:cubicBezTo>
                  <a:lnTo>
                    <a:pt x="807" y="29"/>
                  </a:lnTo>
                  <a:cubicBezTo>
                    <a:pt x="813" y="23"/>
                    <a:pt x="813" y="12"/>
                    <a:pt x="805" y="6"/>
                  </a:cubicBezTo>
                  <a:cubicBezTo>
                    <a:pt x="798" y="-3"/>
                    <a:pt x="788" y="-1"/>
                    <a:pt x="781" y="6"/>
                  </a:cubicBezTo>
                  <a:close/>
                </a:path>
              </a:pathLst>
            </a:custGeom>
            <a:grpFill/>
            <a:ln cap="flat">
              <a:noFill/>
              <a:prstDash val="solid"/>
            </a:ln>
          </p:spPr>
          <p:txBody>
            <a:bodyPr vert="horz" wrap="none" lIns="95246" tIns="47623" rIns="95246" bIns="47623" anchor="ctr" anchorCtr="1" compatLnSpc="0"/>
            <a:lstStyle/>
            <a:p>
              <a:pPr hangingPunct="0"/>
              <a:endParaRPr lang="en-US" sz="1905" dirty="0">
                <a:solidFill>
                  <a:schemeClr val="bg1"/>
                </a:solidFill>
                <a:ea typeface="Arial Unicode MS" pitchFamily="2"/>
                <a:cs typeface="Arial Unicode MS" pitchFamily="2"/>
              </a:endParaRPr>
            </a:p>
          </p:txBody>
        </p:sp>
      </p:grpSp>
      <p:sp>
        <p:nvSpPr>
          <p:cNvPr id="4" name="Datumsplatzhalter 3">
            <a:extLst>
              <a:ext uri="{FF2B5EF4-FFF2-40B4-BE49-F238E27FC236}">
                <a16:creationId xmlns:a16="http://schemas.microsoft.com/office/drawing/2014/main" id="{30CDDEAF-0C62-4D94-650B-5908C97189D5}"/>
              </a:ext>
            </a:extLst>
          </p:cNvPr>
          <p:cNvSpPr>
            <a:spLocks noGrp="1"/>
          </p:cNvSpPr>
          <p:nvPr>
            <p:ph type="dt" sz="half" idx="10"/>
          </p:nvPr>
        </p:nvSpPr>
        <p:spPr/>
        <p:txBody>
          <a:bodyPr/>
          <a:lstStyle/>
          <a:p>
            <a:r>
              <a:rPr lang="de-DE" dirty="0"/>
              <a:t>© Allianz 20XX</a:t>
            </a:r>
            <a:endParaRPr lang="en-US" dirty="0"/>
          </a:p>
        </p:txBody>
      </p:sp>
      <p:pic>
        <p:nvPicPr>
          <p:cNvPr id="9" name="Content Placeholder 4" descr="Female drawing flow chart">
            <a:extLst>
              <a:ext uri="{FF2B5EF4-FFF2-40B4-BE49-F238E27FC236}">
                <a16:creationId xmlns:a16="http://schemas.microsoft.com/office/drawing/2014/main" id="{15A64B2D-8B7B-630C-3D8E-C44655F8D800}"/>
              </a:ext>
            </a:extLst>
          </p:cNvPr>
          <p:cNvPicPr>
            <a:picLocks noChangeAspect="1"/>
          </p:cNvPicPr>
          <p:nvPr/>
        </p:nvPicPr>
        <p:blipFill>
          <a:blip r:embed="rId2"/>
          <a:srcRect l="17301" r="21666" b="2"/>
          <a:stretch>
            <a:fillRect/>
          </a:stretch>
        </p:blipFill>
        <p:spPr>
          <a:xfrm>
            <a:off x="1" y="10"/>
            <a:ext cx="5472418" cy="6857990"/>
          </a:xfrm>
          <a:prstGeom prst="rect">
            <a:avLst/>
          </a:prstGeom>
          <a:noFill/>
        </p:spPr>
      </p:pic>
    </p:spTree>
    <p:extLst>
      <p:ext uri="{BB962C8B-B14F-4D97-AF65-F5344CB8AC3E}">
        <p14:creationId xmlns:p14="http://schemas.microsoft.com/office/powerpoint/2010/main" val="3286996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A27B-E715-C0CE-D050-BEA380EC37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95AA72-5F91-5613-CDD6-F48FB23D6F2B}"/>
              </a:ext>
            </a:extLst>
          </p:cNvPr>
          <p:cNvSpPr>
            <a:spLocks noGrp="1"/>
          </p:cNvSpPr>
          <p:nvPr>
            <p:ph sz="half" idx="2"/>
          </p:nvPr>
        </p:nvSpPr>
        <p:spPr>
          <a:xfrm>
            <a:off x="6860364" y="1837189"/>
            <a:ext cx="4724436" cy="2105637"/>
          </a:xfrm>
        </p:spPr>
        <p:txBody>
          <a:bodyPr/>
          <a:lstStyle/>
          <a:p>
            <a:endParaRPr lang="en-US" dirty="0"/>
          </a:p>
          <a:p>
            <a:endParaRPr lang="en-US" dirty="0"/>
          </a:p>
          <a:p>
            <a:endParaRPr lang="en-US" dirty="0"/>
          </a:p>
          <a:p>
            <a:endParaRPr lang="en-US" dirty="0"/>
          </a:p>
          <a:p>
            <a:endParaRPr lang="en-US" dirty="0"/>
          </a:p>
          <a:p>
            <a:r>
              <a:rPr lang="en-US" sz="2800" dirty="0"/>
              <a:t>Any Questions ?</a:t>
            </a:r>
          </a:p>
        </p:txBody>
      </p:sp>
      <p:sp>
        <p:nvSpPr>
          <p:cNvPr id="6" name="Slide Number Placeholder 5">
            <a:extLst>
              <a:ext uri="{FF2B5EF4-FFF2-40B4-BE49-F238E27FC236}">
                <a16:creationId xmlns:a16="http://schemas.microsoft.com/office/drawing/2014/main" id="{3DCC7A92-B0B4-3E12-898F-8499F2912E8C}"/>
              </a:ext>
            </a:extLst>
          </p:cNvPr>
          <p:cNvSpPr>
            <a:spLocks noGrp="1"/>
          </p:cNvSpPr>
          <p:nvPr>
            <p:ph type="sldNum" sz="quarter" idx="12"/>
          </p:nvPr>
        </p:nvSpPr>
        <p:spPr>
          <a:xfrm>
            <a:off x="11439998" y="6372000"/>
            <a:ext cx="270000" cy="144000"/>
          </a:xfrm>
        </p:spPr>
        <p:txBody>
          <a:bodyPr/>
          <a:lstStyle/>
          <a:p>
            <a:fld id="{C832ED59-5903-48CD-935E-2E905FC656A7}" type="slidenum">
              <a:rPr lang="en-US" smtClean="0"/>
              <a:pPr/>
              <a:t>11</a:t>
            </a:fld>
            <a:endParaRPr lang="en-US" dirty="0"/>
          </a:p>
        </p:txBody>
      </p:sp>
      <p:sp>
        <p:nvSpPr>
          <p:cNvPr id="16" name="Textplatzhalter 9">
            <a:extLst>
              <a:ext uri="{FF2B5EF4-FFF2-40B4-BE49-F238E27FC236}">
                <a16:creationId xmlns:a16="http://schemas.microsoft.com/office/drawing/2014/main" id="{A34B8516-53F4-FF7E-9906-EDF1FAEA40EA}"/>
              </a:ext>
            </a:extLst>
          </p:cNvPr>
          <p:cNvSpPr txBox="1">
            <a:spLocks/>
          </p:cNvSpPr>
          <p:nvPr/>
        </p:nvSpPr>
        <p:spPr>
          <a:xfrm>
            <a:off x="7323588" y="476249"/>
            <a:ext cx="2480811" cy="462587"/>
          </a:xfrm>
          <a:prstGeom prst="rect">
            <a:avLst/>
          </a:prstGeom>
        </p:spPr>
        <p:txBody>
          <a:bodyPr vert="horz" lIns="0" tIns="0" rIns="0" bIns="0" rtlCol="0" anchor="t" anchorCtr="0">
            <a:noAutofit/>
          </a:bodyPr>
          <a:lstStyle>
            <a:lvl1pPr marL="0" indent="0" algn="l" defTabSz="967710" rtl="0" eaLnBrk="1" latinLnBrk="0" hangingPunct="1">
              <a:lnSpc>
                <a:spcPct val="100000"/>
              </a:lnSpc>
              <a:spcBef>
                <a:spcPts val="0"/>
              </a:spcBef>
              <a:buFont typeface="+mj-lt"/>
              <a:buNone/>
              <a:defRPr lang="en-US" sz="1100" b="1" kern="1200" cap="all" spc="63" baseline="0" smtClean="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endParaRPr lang="en-US" dirty="0">
              <a:solidFill>
                <a:schemeClr val="tx1"/>
              </a:solidFill>
            </a:endParaRPr>
          </a:p>
        </p:txBody>
      </p:sp>
      <p:sp>
        <p:nvSpPr>
          <p:cNvPr id="4" name="Datumsplatzhalter 3">
            <a:extLst>
              <a:ext uri="{FF2B5EF4-FFF2-40B4-BE49-F238E27FC236}">
                <a16:creationId xmlns:a16="http://schemas.microsoft.com/office/drawing/2014/main" id="{406C8246-50BC-25D7-043F-172C1525BF2B}"/>
              </a:ext>
            </a:extLst>
          </p:cNvPr>
          <p:cNvSpPr>
            <a:spLocks noGrp="1"/>
          </p:cNvSpPr>
          <p:nvPr>
            <p:ph type="dt" sz="half" idx="10"/>
          </p:nvPr>
        </p:nvSpPr>
        <p:spPr/>
        <p:txBody>
          <a:bodyPr/>
          <a:lstStyle/>
          <a:p>
            <a:r>
              <a:rPr lang="de-DE" dirty="0"/>
              <a:t>© Allianz 20XX</a:t>
            </a:r>
            <a:endParaRPr lang="en-US" dirty="0"/>
          </a:p>
        </p:txBody>
      </p:sp>
      <p:pic>
        <p:nvPicPr>
          <p:cNvPr id="13" name="Content Placeholder 4" descr="People in an office">
            <a:extLst>
              <a:ext uri="{FF2B5EF4-FFF2-40B4-BE49-F238E27FC236}">
                <a16:creationId xmlns:a16="http://schemas.microsoft.com/office/drawing/2014/main" id="{35852F43-5E26-AAAC-F046-3D135F3A17AC}"/>
              </a:ext>
            </a:extLst>
          </p:cNvPr>
          <p:cNvPicPr>
            <a:picLocks noChangeAspect="1"/>
          </p:cNvPicPr>
          <p:nvPr/>
        </p:nvPicPr>
        <p:blipFill>
          <a:blip r:embed="rId2"/>
          <a:srcRect l="14906" r="25760" b="-1"/>
          <a:stretch>
            <a:fillRect/>
          </a:stretch>
        </p:blipFill>
        <p:spPr>
          <a:xfrm>
            <a:off x="20" y="10"/>
            <a:ext cx="6095980" cy="6857990"/>
          </a:xfrm>
          <a:prstGeom prst="rect">
            <a:avLst/>
          </a:prstGeom>
          <a:noFill/>
        </p:spPr>
      </p:pic>
    </p:spTree>
    <p:extLst>
      <p:ext uri="{BB962C8B-B14F-4D97-AF65-F5344CB8AC3E}">
        <p14:creationId xmlns:p14="http://schemas.microsoft.com/office/powerpoint/2010/main" val="3445525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590B-8407-4ECA-F5ED-B687D62DB489}"/>
            </a:ext>
          </a:extLst>
        </p:cNvPr>
        <p:cNvGrpSpPr/>
        <p:nvPr/>
      </p:nvGrpSpPr>
      <p:grpSpPr>
        <a:xfrm>
          <a:off x="0" y="0"/>
          <a:ext cx="0" cy="0"/>
          <a:chOff x="0" y="0"/>
          <a:chExt cx="0" cy="0"/>
        </a:xfrm>
      </p:grpSpPr>
      <p:sp>
        <p:nvSpPr>
          <p:cNvPr id="6" name="Textplatzhalter 9">
            <a:extLst>
              <a:ext uri="{FF2B5EF4-FFF2-40B4-BE49-F238E27FC236}">
                <a16:creationId xmlns:a16="http://schemas.microsoft.com/office/drawing/2014/main" id="{A355EC4A-A915-E836-0CC6-D0DA9C2D1EE6}"/>
              </a:ext>
            </a:extLst>
          </p:cNvPr>
          <p:cNvSpPr txBox="1">
            <a:spLocks/>
          </p:cNvSpPr>
          <p:nvPr/>
        </p:nvSpPr>
        <p:spPr>
          <a:xfrm>
            <a:off x="479425" y="3001963"/>
            <a:ext cx="3100388" cy="854075"/>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lgn="l" defTabSz="967710" rtl="0" eaLnBrk="1" latinLnBrk="0" hangingPunct="1">
              <a:lnSpc>
                <a:spcPct val="100000"/>
              </a:lnSpc>
              <a:spcBef>
                <a:spcPts val="0"/>
              </a:spcBef>
              <a:buFont typeface="+mj-lt"/>
              <a:buNone/>
              <a:defRPr sz="2000" kern="1200">
                <a:solidFill>
                  <a:schemeClr val="tx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tx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tx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tx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tx1"/>
                </a:solidFill>
                <a:latin typeface="+mn-lt"/>
                <a:ea typeface="+mn-ea"/>
                <a:cs typeface="+mn-cs"/>
              </a:defRPr>
            </a:lvl6pPr>
            <a:lvl7pPr marL="0" indent="0" algn="l" defTabSz="967710" rtl="0" eaLnBrk="1" latinLnBrk="0" hangingPunct="1">
              <a:lnSpc>
                <a:spcPct val="9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a:lnSpc>
                <a:spcPts val="3800"/>
              </a:lnSpc>
              <a:defRPr/>
            </a:pPr>
            <a:r>
              <a:rPr lang="en-US" sz="3800"/>
              <a:t>Thank</a:t>
            </a:r>
            <a:r>
              <a:rPr lang="en-US" sz="3800">
                <a:solidFill>
                  <a:schemeClr val="bg1"/>
                </a:solidFill>
              </a:rPr>
              <a:t> </a:t>
            </a:r>
            <a:r>
              <a:rPr lang="en-US" sz="3800">
                <a:solidFill>
                  <a:schemeClr val="accent2"/>
                </a:solidFill>
              </a:rPr>
              <a:t>you!</a:t>
            </a:r>
          </a:p>
        </p:txBody>
      </p:sp>
      <p:pic>
        <p:nvPicPr>
          <p:cNvPr id="7" name="Grafik 5">
            <a:extLst>
              <a:ext uri="{FF2B5EF4-FFF2-40B4-BE49-F238E27FC236}">
                <a16:creationId xmlns:a16="http://schemas.microsoft.com/office/drawing/2014/main" id="{B205FFFE-0AF6-F2E5-3CFC-E41B6C05B45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295775" y="1628775"/>
            <a:ext cx="3600450" cy="3600450"/>
          </a:xfrm>
          <a:prstGeom prst="rect">
            <a:avLst/>
          </a:prstGeom>
        </p:spPr>
      </p:pic>
      <p:sp>
        <p:nvSpPr>
          <p:cNvPr id="2" name="Datumsplatzhalter 1">
            <a:extLst>
              <a:ext uri="{FF2B5EF4-FFF2-40B4-BE49-F238E27FC236}">
                <a16:creationId xmlns:a16="http://schemas.microsoft.com/office/drawing/2014/main" id="{2BD2CA8B-5DBE-2EDA-0959-9EE560A5367D}"/>
              </a:ext>
            </a:extLst>
          </p:cNvPr>
          <p:cNvSpPr>
            <a:spLocks noGrp="1"/>
          </p:cNvSpPr>
          <p:nvPr>
            <p:ph type="dt" sz="half" idx="10"/>
          </p:nvPr>
        </p:nvSpPr>
        <p:spPr/>
        <p:txBody>
          <a:bodyPr/>
          <a:lstStyle/>
          <a:p>
            <a:r>
              <a:rPr lang="de-DE"/>
              <a:t>© Allianz 20XX</a:t>
            </a:r>
            <a:endParaRPr lang="en-US"/>
          </a:p>
        </p:txBody>
      </p:sp>
    </p:spTree>
    <p:extLst>
      <p:ext uri="{BB962C8B-B14F-4D97-AF65-F5344CB8AC3E}">
        <p14:creationId xmlns:p14="http://schemas.microsoft.com/office/powerpoint/2010/main" val="1830728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AZ Master Basic">
  <a:themeElements>
    <a:clrScheme name="Allianz reduzierter Master">
      <a:dk1>
        <a:srgbClr val="003781"/>
      </a:dk1>
      <a:lt1>
        <a:sysClr val="window" lastClr="FFFFFF"/>
      </a:lt1>
      <a:dk2>
        <a:srgbClr val="414141"/>
      </a:dk2>
      <a:lt2>
        <a:srgbClr val="CFCFCF"/>
      </a:lt2>
      <a:accent1>
        <a:srgbClr val="122B54"/>
      </a:accent1>
      <a:accent2>
        <a:srgbClr val="0E98CC"/>
      </a:accent2>
      <a:accent3>
        <a:srgbClr val="10A251"/>
      </a:accent3>
      <a:accent4>
        <a:srgbClr val="EA6308"/>
      </a:accent4>
      <a:accent5>
        <a:srgbClr val="B38602"/>
      </a:accent5>
      <a:accent6>
        <a:srgbClr val="FD4369"/>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defPPr>
      </a:lstStyle>
    </a:txDef>
  </a:objectDefaults>
  <a:extraClrSchemeLst/>
  <a:extLst>
    <a:ext uri="{05A4C25C-085E-4340-85A3-A5531E510DB2}">
      <thm15:themeFamily xmlns:thm15="http://schemas.microsoft.com/office/thememl/2012/main" name="AZ_Template_Basic.pptx" id="{2325DB84-AC50-B64F-99AD-C39217531774}" vid="{5EE454BE-DD19-AA4A-8C17-E8164DD07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Allianz_PPT_Master_Basic 1</Template>
  <TotalTime>47</TotalTime>
  <Words>457</Words>
  <Application>Microsoft Office PowerPoint</Application>
  <PresentationFormat>Widescreen</PresentationFormat>
  <Paragraphs>117</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Unicode MS</vt:lpstr>
      <vt:lpstr>Calibri</vt:lpstr>
      <vt:lpstr>Wingdings</vt:lpstr>
      <vt:lpstr>AZ Master Basic</vt:lpstr>
      <vt:lpstr>Claims Vertical  L2 Support</vt:lpstr>
      <vt:lpstr>Table of Contents</vt:lpstr>
      <vt:lpstr>Overview of  Claims Vertical</vt:lpstr>
      <vt:lpstr>Customers in Claims Vertical</vt:lpstr>
      <vt:lpstr>Applications and Services in Claims Vertical</vt:lpstr>
      <vt:lpstr>Incident Management Support Levels</vt:lpstr>
      <vt:lpstr>Support Levels in Incident Management</vt:lpstr>
      <vt:lpstr>Ticket Assignment</vt:lpstr>
      <vt:lpstr>Minimum information  to be provided  in SNOW ticket</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Ingawale, Shrikant</dc:creator>
  <cp:lastModifiedBy>Ingawale, Shrikant</cp:lastModifiedBy>
  <cp:revision>3</cp:revision>
  <cp:lastPrinted>2024-06-03T14:35:01Z</cp:lastPrinted>
  <dcterms:created xsi:type="dcterms:W3CDTF">2025-11-09T14:06:21Z</dcterms:created>
  <dcterms:modified xsi:type="dcterms:W3CDTF">2025-11-09T22:21:43Z</dcterms:modified>
</cp:coreProperties>
</file>