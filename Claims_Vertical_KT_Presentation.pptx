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3" r:id="rId4"/>
  </p:sldMasterIdLst>
  <p:notesMasterIdLst>
    <p:notesMasterId r:id="rId16"/>
  </p:notesMasterIdLst>
  <p:handoutMasterIdLst>
    <p:handoutMasterId r:id="rId17"/>
  </p:handoutMasterIdLst>
  <p:sldIdLst>
    <p:sldId id="2561" r:id="rId5"/>
    <p:sldId id="2572" r:id="rId6"/>
    <p:sldId id="2562" r:id="rId7"/>
    <p:sldId id="2563" r:id="rId8"/>
    <p:sldId id="2564" r:id="rId9"/>
    <p:sldId id="2565" r:id="rId10"/>
    <p:sldId id="2566" r:id="rId11"/>
    <p:sldId id="2567" r:id="rId12"/>
    <p:sldId id="2568" r:id="rId13"/>
    <p:sldId id="2569" r:id="rId14"/>
    <p:sldId id="25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laims Vertical Support Process" id="{C70B061A-FDBA-4B89-B749-668347C7ED7D}">
          <p14:sldIdLst>
            <p14:sldId id="2561"/>
            <p14:sldId id="2572"/>
          </p14:sldIdLst>
        </p14:section>
        <p14:section name="Overview of Claims Vertical" id="{460B0B26-C80D-43FF-A96D-63F3731B95BB}">
          <p14:sldIdLst>
            <p14:sldId id="2562"/>
            <p14:sldId id="2563"/>
            <p14:sldId id="2564"/>
          </p14:sldIdLst>
        </p14:section>
        <p14:section name="Incident Management Support levels" id="{0FB12C3B-E08B-4C8A-AD89-BFC1899D437D}">
          <p14:sldIdLst>
            <p14:sldId id="2565"/>
            <p14:sldId id="2566"/>
            <p14:sldId id="2567"/>
          </p14:sldIdLst>
        </p14:section>
        <p14:section name="Minimum Info to be provided in snow ticket" id="{2F7B587D-DE4B-4FA8-928E-A4F64B920899}">
          <p14:sldIdLst>
            <p14:sldId id="2568"/>
            <p14:sldId id="2569"/>
            <p14:sldId id="257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1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B5DA68-7855-855A-1C88-B3B192F808B8}" v="4" dt="2025-10-31T22:29:42.642"/>
    <p1510:client id="{351D87EC-CE1C-4408-A651-7137EAD9A9A5}" v="13" dt="2025-10-31T22:26:47.8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23" autoAdjust="0"/>
    <p:restoredTop sz="94630"/>
  </p:normalViewPr>
  <p:slideViewPr>
    <p:cSldViewPr showGuides="1">
      <p:cViewPr varScale="1">
        <p:scale>
          <a:sx n="88" d="100"/>
          <a:sy n="88" d="100"/>
        </p:scale>
        <p:origin x="53" y="67"/>
      </p:cViewPr>
      <p:guideLst>
        <p:guide orient="horz" pos="2160"/>
        <p:guide pos="3840"/>
      </p:guideLst>
    </p:cSldViewPr>
  </p:slideViewPr>
  <p:notesTextViewPr>
    <p:cViewPr>
      <p:scale>
        <a:sx n="1" d="1"/>
        <a:sy n="1" d="1"/>
      </p:scale>
      <p:origin x="0" y="0"/>
    </p:cViewPr>
  </p:notesTextViewPr>
  <p:sorterViewPr>
    <p:cViewPr>
      <p:scale>
        <a:sx n="100" d="100"/>
        <a:sy n="100" d="100"/>
      </p:scale>
      <p:origin x="0" y="-21892"/>
    </p:cViewPr>
  </p:sorterViewPr>
  <p:notesViewPr>
    <p:cSldViewPr>
      <p:cViewPr varScale="1">
        <p:scale>
          <a:sx n="90" d="100"/>
          <a:sy n="90" d="100"/>
        </p:scale>
        <p:origin x="2920"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11/1/2025</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134281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3459849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11529376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3036141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27605784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34409132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7342227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Incident Management Flowchart, Interactive Questions for KT Session</a:t>
            </a:r>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29958309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30816568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685800"/>
            <a:ext cx="10055354" cy="4007406"/>
          </a:xfrm>
        </p:spPr>
        <p:txBody>
          <a:bodyPr vert="horz" lIns="91440" tIns="45720" rIns="91440" bIns="45720" rtlCol="0" anchor="t">
            <a:noAutofit/>
          </a:bodyPr>
          <a:lstStyle>
            <a:lvl1pPr>
              <a:defRPr lang="en-US" sz="9000" dirty="0">
                <a:solidFill>
                  <a:schemeClr val="bg2"/>
                </a:solidFill>
              </a:defRPr>
            </a:lvl1pPr>
          </a:lstStyle>
          <a:p>
            <a:pPr lvl="0"/>
            <a:r>
              <a:rPr lang="en-US" dirty="0"/>
              <a:t>Click to edit Master title style</a:t>
            </a:r>
          </a:p>
        </p:txBody>
      </p:sp>
      <p:sp>
        <p:nvSpPr>
          <p:cNvPr id="14" name="Subtitle 2">
            <a:extLst>
              <a:ext uri="{FF2B5EF4-FFF2-40B4-BE49-F238E27FC236}">
                <a16:creationId xmlns:a16="http://schemas.microsoft.com/office/drawing/2014/main" id="{29A3647E-D38D-4EA6-ADC1-75AA53F8988F}"/>
              </a:ext>
            </a:extLst>
          </p:cNvPr>
          <p:cNvSpPr>
            <a:spLocks noGrp="1"/>
          </p:cNvSpPr>
          <p:nvPr>
            <p:ph type="subTitle" idx="1"/>
          </p:nvPr>
        </p:nvSpPr>
        <p:spPr>
          <a:xfrm>
            <a:off x="609598" y="5427002"/>
            <a:ext cx="9144001" cy="745198"/>
          </a:xfrm>
        </p:spPr>
        <p:txBody>
          <a:bodyPr vert="horz" lIns="91440" tIns="45720" rIns="91440" bIns="45720" rtlCol="0" anchor="t">
            <a:noAutofit/>
          </a:bodyPr>
          <a:lstStyle>
            <a:lvl1pPr>
              <a:defRPr lang="en-US" dirty="0">
                <a:solidFill>
                  <a:schemeClr val="bg2"/>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1"/>
                </a:solidFill>
              </a:defRPr>
            </a:lvl1pPr>
          </a:lstStyle>
          <a:p>
            <a:fld id="{77EA5D59-5512-467D-834D-D04827A6AF83}" type="datetime1">
              <a:rPr lang="en-US" smtClean="0"/>
              <a:pPr/>
              <a:t>11/1/2025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7" name="Freeform: Shape 6">
            <a:extLst>
              <a:ext uri="{FF2B5EF4-FFF2-40B4-BE49-F238E27FC236}">
                <a16:creationId xmlns:a16="http://schemas.microsoft.com/office/drawing/2014/main" id="{50459DEE-913E-5261-4E77-AF3657E3AE0B}"/>
              </a:ext>
            </a:extLst>
          </p:cNvPr>
          <p:cNvSpPr/>
          <p:nvPr/>
        </p:nvSpPr>
        <p:spPr>
          <a:xfrm>
            <a:off x="11250895" y="4648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52F9BC4F-9D44-3587-056B-336E1457A6E2}"/>
              </a:ext>
            </a:extLst>
          </p:cNvPr>
          <p:cNvSpPr/>
          <p:nvPr/>
        </p:nvSpPr>
        <p:spPr>
          <a:xfrm>
            <a:off x="685800" y="4998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09D5EC-E7EA-22BC-7C88-C33F509CB5CF}"/>
              </a:ext>
            </a:extLst>
          </p:cNvPr>
          <p:cNvSpPr/>
          <p:nvPr/>
        </p:nvSpPr>
        <p:spPr>
          <a:xfrm>
            <a:off x="10998565" y="4730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98E9758-F942-96A0-231D-A25933E4CA82}"/>
              </a:ext>
            </a:extLst>
          </p:cNvPr>
          <p:cNvSpPr/>
          <p:nvPr/>
        </p:nvSpPr>
        <p:spPr>
          <a:xfrm>
            <a:off x="10976145" y="4730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36651502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63655" cy="762001"/>
          </a:xfrm>
        </p:spPr>
        <p:txBody>
          <a:bodyPr anchor="b">
            <a:noAutofit/>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828800"/>
            <a:ext cx="10963656" cy="4343400"/>
          </a:xfrm>
        </p:spPr>
        <p:txBody>
          <a:bodyPr>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B42362D5-E350-46C5-8BB1-F9E806A91933}" type="datetime1">
              <a:rPr lang="en-US" smtClean="0"/>
              <a:t>11/1/2025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64317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tx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C6C0090-085A-1FB3-B3B7-D8DA73A125FE}"/>
              </a:ext>
            </a:extLst>
          </p:cNvPr>
          <p:cNvSpPr>
            <a:spLocks noGrp="1"/>
          </p:cNvSpPr>
          <p:nvPr>
            <p:ph type="ctrTitle"/>
          </p:nvPr>
        </p:nvSpPr>
        <p:spPr>
          <a:xfrm>
            <a:off x="614172" y="4419600"/>
            <a:ext cx="10963657" cy="1352245"/>
          </a:xfrm>
        </p:spPr>
        <p:txBody>
          <a:bodyPr vert="horz" lIns="91440" tIns="45720" rIns="91440" bIns="45720" rtlCol="0" anchor="b">
            <a:noAutofit/>
          </a:bodyPr>
          <a:lstStyle>
            <a:lvl1pPr>
              <a:defRPr lang="en-US" sz="7000" dirty="0">
                <a:solidFill>
                  <a:schemeClr val="bg2"/>
                </a:solidFill>
              </a:defRPr>
            </a:lvl1pPr>
          </a:lstStyle>
          <a:p>
            <a:pPr lvl="0"/>
            <a:r>
              <a:rPr lang="en-US" dirty="0"/>
              <a:t>Click to edit Master title style</a:t>
            </a:r>
          </a:p>
        </p:txBody>
      </p:sp>
      <p:sp>
        <p:nvSpPr>
          <p:cNvPr id="10" name="Subtitle 2">
            <a:extLst>
              <a:ext uri="{FF2B5EF4-FFF2-40B4-BE49-F238E27FC236}">
                <a16:creationId xmlns:a16="http://schemas.microsoft.com/office/drawing/2014/main" id="{76834447-947D-F9FA-98D1-8BF0FC477ABA}"/>
              </a:ext>
            </a:extLst>
          </p:cNvPr>
          <p:cNvSpPr>
            <a:spLocks noGrp="1"/>
          </p:cNvSpPr>
          <p:nvPr>
            <p:ph type="subTitle" idx="1"/>
          </p:nvPr>
        </p:nvSpPr>
        <p:spPr>
          <a:xfrm>
            <a:off x="614172" y="5943600"/>
            <a:ext cx="10963657" cy="609600"/>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dirty="0"/>
              <a:t>Click to edit Master subtitle style</a:t>
            </a:r>
          </a:p>
        </p:txBody>
      </p:sp>
      <p:sp>
        <p:nvSpPr>
          <p:cNvPr id="15" name="Picture Placeholder 14">
            <a:extLst>
              <a:ext uri="{FF2B5EF4-FFF2-40B4-BE49-F238E27FC236}">
                <a16:creationId xmlns:a16="http://schemas.microsoft.com/office/drawing/2014/main" id="{2573ACD2-30C7-6922-D14F-66F23CBA3774}"/>
              </a:ext>
            </a:extLst>
          </p:cNvPr>
          <p:cNvSpPr>
            <a:spLocks noGrp="1"/>
          </p:cNvSpPr>
          <p:nvPr>
            <p:ph type="pic" sz="quarter" idx="17"/>
          </p:nvPr>
        </p:nvSpPr>
        <p:spPr>
          <a:xfrm>
            <a:off x="0" y="0"/>
            <a:ext cx="12192000" cy="4114800"/>
          </a:xfrm>
          <a:blipFill>
            <a:blip r:embed="rId2">
              <a:alphaModFix amt="60000"/>
            </a:blip>
            <a:stretch>
              <a:fillRect/>
            </a:stretch>
          </a:blipFill>
        </p:spPr>
        <p:txBody>
          <a:bodyPr/>
          <a:lstStyle/>
          <a:p>
            <a:endParaRPr lang="en-US" dirty="0"/>
          </a:p>
        </p:txBody>
      </p:sp>
    </p:spTree>
    <p:extLst>
      <p:ext uri="{BB962C8B-B14F-4D97-AF65-F5344CB8AC3E}">
        <p14:creationId xmlns:p14="http://schemas.microsoft.com/office/powerpoint/2010/main" val="2309385213"/>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813B312-A2CE-16E4-D28B-8DDFF5527304}"/>
              </a:ext>
            </a:extLst>
          </p:cNvPr>
          <p:cNvSpPr>
            <a:spLocks noGrp="1"/>
          </p:cNvSpPr>
          <p:nvPr>
            <p:ph type="ctrTitle"/>
          </p:nvPr>
        </p:nvSpPr>
        <p:spPr>
          <a:xfrm>
            <a:off x="4476746"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dirty="0"/>
              <a:t>Click to edit Master title style</a:t>
            </a:r>
          </a:p>
        </p:txBody>
      </p:sp>
      <p:sp>
        <p:nvSpPr>
          <p:cNvPr id="16" name="Subtitle 2">
            <a:extLst>
              <a:ext uri="{FF2B5EF4-FFF2-40B4-BE49-F238E27FC236}">
                <a16:creationId xmlns:a16="http://schemas.microsoft.com/office/drawing/2014/main" id="{4846D76D-B1D3-9330-420A-6ED740BDB970}"/>
              </a:ext>
            </a:extLst>
          </p:cNvPr>
          <p:cNvSpPr>
            <a:spLocks noGrp="1"/>
          </p:cNvSpPr>
          <p:nvPr>
            <p:ph type="subTitle" idx="1"/>
          </p:nvPr>
        </p:nvSpPr>
        <p:spPr>
          <a:xfrm>
            <a:off x="44767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dirty="0"/>
              <a:t>Click to edit Master subtitle style</a:t>
            </a:r>
          </a:p>
        </p:txBody>
      </p:sp>
      <p:sp>
        <p:nvSpPr>
          <p:cNvPr id="14" name="Picture Placeholder 25">
            <a:extLst>
              <a:ext uri="{FF2B5EF4-FFF2-40B4-BE49-F238E27FC236}">
                <a16:creationId xmlns:a16="http://schemas.microsoft.com/office/drawing/2014/main" id="{982E949F-6B9B-8268-EB83-127C78D43502}"/>
              </a:ext>
            </a:extLst>
          </p:cNvPr>
          <p:cNvSpPr>
            <a:spLocks noGrp="1"/>
          </p:cNvSpPr>
          <p:nvPr>
            <p:ph type="pic" sz="quarter" idx="17"/>
          </p:nvPr>
        </p:nvSpPr>
        <p:spPr>
          <a:xfrm>
            <a:off x="0" y="0"/>
            <a:ext cx="3889251" cy="6858000"/>
          </a:xfrm>
          <a:blipFill>
            <a:blip r:embed="rId2">
              <a:alphaModFix amt="60000"/>
            </a:blip>
            <a:stretch>
              <a:fillRect/>
            </a:stretch>
          </a:blipFill>
        </p:spPr>
        <p:txBody>
          <a:bodyPr/>
          <a:lstStyle/>
          <a:p>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76746" y="6343955"/>
            <a:ext cx="2100482" cy="365125"/>
          </a:xfrm>
        </p:spPr>
        <p:txBody>
          <a:bodyPr>
            <a:noAutofit/>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a:noAutofit/>
          </a:bodyPr>
          <a:lstStyle>
            <a:lvl1pPr>
              <a:defRPr>
                <a:solidFill>
                  <a:schemeClr val="bg1"/>
                </a:solidFill>
                <a:effectLst/>
              </a:defRPr>
            </a:lvl1pPr>
          </a:lstStyle>
          <a:p>
            <a:fld id="{BFE899EF-3666-4EAB-A626-E7AA02E66CC1}" type="datetime1">
              <a:rPr lang="en-US" smtClean="0"/>
              <a:pPr/>
              <a:t>11/1/2025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8" name="Straight Connector 17">
            <a:extLst>
              <a:ext uri="{FF2B5EF4-FFF2-40B4-BE49-F238E27FC236}">
                <a16:creationId xmlns:a16="http://schemas.microsoft.com/office/drawing/2014/main" id="{DD53745E-5DC2-F332-24A5-4F8F509E820B}"/>
              </a:ext>
            </a:extLst>
          </p:cNvPr>
          <p:cNvCxnSpPr/>
          <p:nvPr userDrawn="1"/>
        </p:nvCxnSpPr>
        <p:spPr>
          <a:xfrm>
            <a:off x="4479797"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7020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04076" y="685801"/>
            <a:ext cx="4872227" cy="2743200"/>
          </a:xfrm>
        </p:spPr>
        <p:txBody>
          <a:bodyPr vert="horz" lIns="91440" tIns="45720" rIns="91440" bIns="45720" rtlCol="0" anchor="t">
            <a:noAutofit/>
          </a:bodyPr>
          <a:lstStyle>
            <a:lvl1pPr>
              <a:defRPr lang="en-US" sz="7000" dirty="0">
                <a:solidFill>
                  <a:schemeClr val="bg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02552" y="5277548"/>
            <a:ext cx="4873752" cy="894639"/>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dirty="0"/>
              <a:t>Click to edit Master subtitle style</a:t>
            </a:r>
          </a:p>
        </p:txBody>
      </p:sp>
      <p:sp>
        <p:nvSpPr>
          <p:cNvPr id="18" name="Picture Placeholder 17">
            <a:extLst>
              <a:ext uri="{FF2B5EF4-FFF2-40B4-BE49-F238E27FC236}">
                <a16:creationId xmlns:a16="http://schemas.microsoft.com/office/drawing/2014/main" id="{74A0A082-71CB-3C57-3B74-102869C0CAC7}"/>
              </a:ext>
            </a:extLst>
          </p:cNvPr>
          <p:cNvSpPr>
            <a:spLocks noGrp="1"/>
          </p:cNvSpPr>
          <p:nvPr>
            <p:ph type="pic" sz="quarter" idx="13"/>
          </p:nvPr>
        </p:nvSpPr>
        <p:spPr>
          <a:xfrm>
            <a:off x="0" y="0"/>
            <a:ext cx="6096000" cy="6858000"/>
          </a:xfrm>
          <a:blipFill>
            <a:blip r:embed="rId2">
              <a:alphaModFix amt="60000"/>
            </a:blip>
            <a:stretch>
              <a:fillRect/>
            </a:stretch>
          </a:blipFill>
        </p:spPr>
        <p:txBody>
          <a:bodyPr/>
          <a:lstStyle/>
          <a:p>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702552" y="6343955"/>
            <a:ext cx="2100482" cy="365125"/>
          </a:xfrm>
        </p:spPr>
        <p:txBody>
          <a:bodyPr>
            <a:noAutofit/>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noAutofit/>
          </a:bodyPr>
          <a:lstStyle>
            <a:lvl1pPr>
              <a:defRPr>
                <a:solidFill>
                  <a:schemeClr val="bg1"/>
                </a:solidFill>
                <a:effectLst/>
              </a:defRPr>
            </a:lvl1pPr>
          </a:lstStyle>
          <a:p>
            <a:fld id="{1F92EF8E-B9EB-49F8-83E1-F362FA442011}" type="datetime1">
              <a:rPr lang="en-US" smtClean="0"/>
              <a:pPr/>
              <a:t>11/1/2025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0" name="Straight Connector 9">
            <a:extLst>
              <a:ext uri="{FF2B5EF4-FFF2-40B4-BE49-F238E27FC236}">
                <a16:creationId xmlns:a16="http://schemas.microsoft.com/office/drawing/2014/main" id="{0D373E34-3B51-EAD4-B8AB-256ACA4B8D8C}"/>
              </a:ext>
            </a:extLst>
          </p:cNvPr>
          <p:cNvCxnSpPr>
            <a:cxnSpLocks/>
          </p:cNvCxnSpPr>
          <p:nvPr userDrawn="1"/>
        </p:nvCxnSpPr>
        <p:spPr>
          <a:xfrm>
            <a:off x="6704076" y="4876800"/>
            <a:ext cx="487375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8603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tx2"/>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52BC951B-4746-1854-C399-682CFE142A50}"/>
              </a:ext>
            </a:extLst>
          </p:cNvPr>
          <p:cNvCxnSpPr/>
          <p:nvPr userDrawn="1"/>
        </p:nvCxnSpPr>
        <p:spPr>
          <a:xfrm>
            <a:off x="612646"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dirty="0"/>
              <a:t>Click to edit Master subtitle style</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12646" y="6338703"/>
            <a:ext cx="2070484" cy="365125"/>
          </a:xfrm>
        </p:spPr>
        <p:txBody>
          <a:bodyPr>
            <a:noAutofit/>
          </a:bodyPr>
          <a:lstStyle>
            <a:lvl1pPr>
              <a:defRPr>
                <a:solidFill>
                  <a:schemeClr val="bg1"/>
                </a:solidFill>
              </a:defRPr>
            </a:lvl1pPr>
          </a:lstStyle>
          <a:p>
            <a:r>
              <a:rPr lang="en-US" dirty="0"/>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887367" y="6338703"/>
            <a:ext cx="1392578" cy="365125"/>
          </a:xfrm>
        </p:spPr>
        <p:txBody>
          <a:bodyPr>
            <a:noAutofit/>
          </a:bodyPr>
          <a:lstStyle>
            <a:lvl1pPr>
              <a:defRPr>
                <a:solidFill>
                  <a:schemeClr val="bg1"/>
                </a:solidFill>
              </a:defRPr>
            </a:lvl1pPr>
          </a:lstStyle>
          <a:p>
            <a:fld id="{BC9EEDB3-BC19-4021-830F-B822E1DE9789}" type="datetime1">
              <a:rPr lang="en-US" smtClean="0"/>
              <a:pPr/>
              <a:t>11/1/2025</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7279945" y="6342301"/>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dirty="0"/>
          </a:p>
        </p:txBody>
      </p:sp>
      <p:sp>
        <p:nvSpPr>
          <p:cNvPr id="26" name="Picture Placeholder 25">
            <a:extLst>
              <a:ext uri="{FF2B5EF4-FFF2-40B4-BE49-F238E27FC236}">
                <a16:creationId xmlns:a16="http://schemas.microsoft.com/office/drawing/2014/main" id="{E193964F-665E-F49A-D553-C01524CDE0CA}"/>
              </a:ext>
            </a:extLst>
          </p:cNvPr>
          <p:cNvSpPr>
            <a:spLocks noGrp="1"/>
          </p:cNvSpPr>
          <p:nvPr>
            <p:ph type="pic" sz="quarter" idx="17"/>
          </p:nvPr>
        </p:nvSpPr>
        <p:spPr>
          <a:xfrm>
            <a:off x="8302749" y="0"/>
            <a:ext cx="3889251" cy="68580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2963613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384F42E-A74C-773B-7B96-F942975CEC14}"/>
              </a:ext>
            </a:extLst>
          </p:cNvPr>
          <p:cNvSpPr/>
          <p:nvPr/>
        </p:nvSpPr>
        <p:spPr>
          <a:xfrm>
            <a:off x="11250895" y="5144929"/>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41727F-19A3-14E1-5EAC-C550CEB6A0D1}"/>
              </a:ext>
            </a:extLst>
          </p:cNvPr>
          <p:cNvSpPr/>
          <p:nvPr/>
        </p:nvSpPr>
        <p:spPr>
          <a:xfrm>
            <a:off x="685800" y="5495424"/>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38F4BC9-7EC1-BB35-827A-12F5DE411031}"/>
              </a:ext>
            </a:extLst>
          </p:cNvPr>
          <p:cNvSpPr/>
          <p:nvPr/>
        </p:nvSpPr>
        <p:spPr>
          <a:xfrm>
            <a:off x="10998565" y="5227361"/>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4B01422-D65E-4B59-B62B-467B2E896592}"/>
              </a:ext>
            </a:extLst>
          </p:cNvPr>
          <p:cNvSpPr/>
          <p:nvPr/>
        </p:nvSpPr>
        <p:spPr>
          <a:xfrm>
            <a:off x="10976145" y="5227366"/>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600200"/>
            <a:ext cx="10483927" cy="3492875"/>
          </a:xfrm>
        </p:spPr>
        <p:txBody>
          <a:bodyPr vert="horz" lIns="91440" tIns="45720" rIns="91440" bIns="45720" rtlCol="0" anchor="b">
            <a:noAutofit/>
          </a:bodyPr>
          <a:lstStyle>
            <a:lvl1pPr>
              <a:defRPr lang="en-US" sz="9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31314"/>
            <a:ext cx="10483927" cy="816864"/>
          </a:xfrm>
        </p:spPr>
        <p:txBody>
          <a:bodyPr vert="horz" lIns="91440" tIns="45720" rIns="91440" bIns="45720" rtlCol="0">
            <a:noAutofit/>
          </a:bodyPr>
          <a:lstStyle>
            <a:lvl1pPr marL="0" indent="0">
              <a:buNone/>
              <a:defRPr lang="en-US" sz="180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34111"/>
            <a:ext cx="2805405"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234111"/>
            <a:ext cx="2875064" cy="365125"/>
          </a:xfrm>
        </p:spPr>
        <p:txBody>
          <a:bodyPr>
            <a:noAutofit/>
          </a:bodyPr>
          <a:lstStyle/>
          <a:p>
            <a:fld id="{014DD65C-314F-4399-90A8-B6DFCAF21BE4}" type="datetime1">
              <a:rPr lang="en-US" smtClean="0"/>
              <a:t>11/1/2025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234111"/>
            <a:ext cx="429207" cy="365125"/>
          </a:xfrm>
        </p:spPr>
        <p:txBody>
          <a:bodyPr>
            <a:noAutofit/>
          </a:bodyPr>
          <a:lstStyle/>
          <a:p>
            <a:fld id="{AEAA3239-9EA4-4A65-A281-97F994456D9F}" type="slidenum">
              <a:rPr lang="en-US" smtClean="0"/>
              <a:t>‹#›</a:t>
            </a:fld>
            <a:endParaRPr lang="en-US"/>
          </a:p>
        </p:txBody>
      </p:sp>
      <p:pic>
        <p:nvPicPr>
          <p:cNvPr id="13" name="Line">
            <a:extLst>
              <a:ext uri="{FF2B5EF4-FFF2-40B4-BE49-F238E27FC236}">
                <a16:creationId xmlns:a16="http://schemas.microsoft.com/office/drawing/2014/main" id="{92FB147E-E273-E8B6-AD8E-67F305FC22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971802" y="4038600"/>
            <a:ext cx="10923934" cy="745198"/>
          </a:xfrm>
          <a:prstGeom prst="rect">
            <a:avLst/>
          </a:prstGeom>
        </p:spPr>
      </p:pic>
    </p:spTree>
    <p:extLst>
      <p:ext uri="{BB962C8B-B14F-4D97-AF65-F5344CB8AC3E}">
        <p14:creationId xmlns:p14="http://schemas.microsoft.com/office/powerpoint/2010/main" val="6989312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8BBA50F-B667-1177-26B1-7D22AB66A6BE}"/>
              </a:ext>
            </a:extLst>
          </p:cNvPr>
          <p:cNvSpPr/>
          <p:nvPr/>
        </p:nvSpPr>
        <p:spPr>
          <a:xfrm>
            <a:off x="11250895" y="464515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CABC7F5-2293-EB7F-52E5-80715C8DB858}"/>
              </a:ext>
            </a:extLst>
          </p:cNvPr>
          <p:cNvSpPr/>
          <p:nvPr/>
        </p:nvSpPr>
        <p:spPr>
          <a:xfrm>
            <a:off x="685800" y="499564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6A8C943-7CF3-88D6-95B0-95E7B412DE0F}"/>
              </a:ext>
            </a:extLst>
          </p:cNvPr>
          <p:cNvSpPr/>
          <p:nvPr/>
        </p:nvSpPr>
        <p:spPr>
          <a:xfrm>
            <a:off x="10998565" y="472758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FB0A8E7-2867-2D3A-F6B7-15ED02236CE8}"/>
              </a:ext>
            </a:extLst>
          </p:cNvPr>
          <p:cNvSpPr/>
          <p:nvPr/>
        </p:nvSpPr>
        <p:spPr>
          <a:xfrm>
            <a:off x="10976145" y="472758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8" y="5431536"/>
            <a:ext cx="9144001" cy="745198"/>
          </a:xfrm>
        </p:spPr>
        <p:txBody>
          <a:bodyPr vert="horz" lIns="91440" tIns="45720" rIns="91440" bIns="45720" rtlCol="0" anchor="t">
            <a:noAutofit/>
          </a:bodyPr>
          <a:lstStyle>
            <a:lvl1pPr>
              <a:defRPr lang="en-US" dirty="0">
                <a:solidFill>
                  <a:schemeClr val="bg2"/>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2"/>
                </a:solidFill>
              </a:defRPr>
            </a:lvl1pPr>
          </a:lstStyle>
          <a:p>
            <a:fld id="{D07A3B59-4DAC-4AFE-874D-3A86EC3801A0}" type="datetime1">
              <a:rPr lang="en-US" smtClean="0"/>
              <a:pPr/>
              <a:t>11/1/2025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2"/>
                </a:solidFill>
              </a:defRPr>
            </a:lvl1pPr>
          </a:lstStyle>
          <a:p>
            <a:fld id="{AEAA3239-9EA4-4A65-A281-97F994456D9F}" type="slidenum">
              <a:rPr lang="en-US" smtClean="0"/>
              <a:pPr/>
              <a:t>‹#›</a:t>
            </a:fld>
            <a:endParaRPr lang="en-US"/>
          </a:p>
        </p:txBody>
      </p:sp>
      <p:sp>
        <p:nvSpPr>
          <p:cNvPr id="7" name="Title 6">
            <a:extLst>
              <a:ext uri="{FF2B5EF4-FFF2-40B4-BE49-F238E27FC236}">
                <a16:creationId xmlns:a16="http://schemas.microsoft.com/office/drawing/2014/main" id="{B53A7BE5-EAB2-BB8C-D7FC-D78B8A5AFACF}"/>
              </a:ext>
            </a:extLst>
          </p:cNvPr>
          <p:cNvSpPr>
            <a:spLocks noGrp="1"/>
          </p:cNvSpPr>
          <p:nvPr>
            <p:ph type="title"/>
          </p:nvPr>
        </p:nvSpPr>
        <p:spPr>
          <a:xfrm>
            <a:off x="612648" y="685798"/>
            <a:ext cx="10058400" cy="3355848"/>
          </a:xfrm>
        </p:spPr>
        <p:txBody>
          <a:bodyPr vert="horz" lIns="91440" tIns="45720" rIns="91440" bIns="45720" rtlCol="0" anchor="t">
            <a:noAutofit/>
          </a:bodyPr>
          <a:lstStyle>
            <a:lvl1pPr>
              <a:defRPr lang="en-US" sz="9000">
                <a:solidFill>
                  <a:schemeClr val="bg2"/>
                </a:solidFill>
              </a:defRPr>
            </a:lvl1pPr>
          </a:lstStyle>
          <a:p>
            <a:pPr lvl="0"/>
            <a:r>
              <a:rPr lang="en-US" dirty="0"/>
              <a:t>Click to edit Master title style</a:t>
            </a:r>
          </a:p>
        </p:txBody>
      </p:sp>
    </p:spTree>
    <p:extLst>
      <p:ext uri="{BB962C8B-B14F-4D97-AF65-F5344CB8AC3E}">
        <p14:creationId xmlns:p14="http://schemas.microsoft.com/office/powerpoint/2010/main" val="24893934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6AC1F45-7001-8B9F-DFF6-7AB9BDFFEEB2}"/>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54C7D192-E835-0A48-0A40-F45D83E2583F}"/>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FB376E1-8198-EB00-587E-C647BCF364D4}"/>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F94599F-6DE1-A082-E9E1-D732956078A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p>
            <a:fld id="{76FC08D9-20DE-421C-BE4E-310427BB699B}" type="datetime1">
              <a:rPr lang="en-US" smtClean="0"/>
              <a:t>11/1/2025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046496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4"/>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1C10CD-8205-284F-2921-9485E7A98F0D}"/>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bg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775DFD7E-DC78-4573-96D7-845D38E0273E}"/>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AFCC10B5-4890-B43F-DE24-5200F4E75EEB}"/>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D5586E6-D520-6A63-5060-BF06C136BEF5}"/>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bg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solidFill>
                  <a:schemeClr val="bg2"/>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lvl1pPr>
              <a:defRPr>
                <a:solidFill>
                  <a:schemeClr val="bg1"/>
                </a:solidFill>
              </a:defRPr>
            </a:lvl1pPr>
          </a:lstStyle>
          <a:p>
            <a:fld id="{76FC08D9-20DE-421C-BE4E-310427BB699B}" type="datetime1">
              <a:rPr lang="en-US" smtClean="0"/>
              <a:pPr/>
              <a:t>11/1/2025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148995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FADE904-3C65-5E48-6B12-22998C2ADF5E}"/>
              </a:ext>
            </a:extLst>
          </p:cNvPr>
          <p:cNvSpPr/>
          <p:nvPr/>
        </p:nvSpPr>
        <p:spPr>
          <a:xfrm>
            <a:off x="11250895" y="217232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16963C8-87F3-6B42-F30F-1915935FA752}"/>
              </a:ext>
            </a:extLst>
          </p:cNvPr>
          <p:cNvSpPr/>
          <p:nvPr/>
        </p:nvSpPr>
        <p:spPr>
          <a:xfrm>
            <a:off x="685800" y="252281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F0C119A-1D9E-D43F-8A7E-D24C1B551326}"/>
              </a:ext>
            </a:extLst>
          </p:cNvPr>
          <p:cNvSpPr/>
          <p:nvPr/>
        </p:nvSpPr>
        <p:spPr>
          <a:xfrm>
            <a:off x="10998565" y="225475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2018CE4-7594-0746-8B7E-8DEC95CB8822}"/>
              </a:ext>
            </a:extLst>
          </p:cNvPr>
          <p:cNvSpPr/>
          <p:nvPr/>
        </p:nvSpPr>
        <p:spPr>
          <a:xfrm>
            <a:off x="10976145" y="225475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12185" y="685800"/>
            <a:ext cx="9141415" cy="1532788"/>
          </a:xfrm>
        </p:spPr>
        <p:txBody>
          <a:bodyPr anchor="t">
            <a:noAutofit/>
          </a:bodyPr>
          <a:lstStyle>
            <a:lvl1pPr>
              <a:defRPr sz="90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185" y="2958705"/>
            <a:ext cx="9141415" cy="3213494"/>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marL="914400" indent="0">
              <a:lnSpc>
                <a:spcPct val="150000"/>
              </a:lnSpc>
              <a:buFont typeface="+mj-lt"/>
              <a:buNone/>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noAutofit/>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noAutofit/>
          </a:bodyPr>
          <a:lstStyle/>
          <a:p>
            <a:fld id="{4F1AC263-88EE-42CC-B640-B12BA856CF71}" type="datetime1">
              <a:rPr lang="en-US" smtClean="0"/>
              <a:t>11/1/2025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84324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5999" y="685800"/>
            <a:ext cx="5480304" cy="1818050"/>
          </a:xfrm>
        </p:spPr>
        <p:txBody>
          <a:bodyPr anchor="t">
            <a:noAutofit/>
          </a:bodyPr>
          <a:lstStyle>
            <a:lvl1pPr>
              <a:defRPr sz="9000"/>
            </a:lvl1pPr>
          </a:lstStyle>
          <a:p>
            <a:r>
              <a:rPr lang="en-US" dirty="0"/>
              <a:t>Agenda</a:t>
            </a:r>
          </a:p>
        </p:txBody>
      </p:sp>
      <p:sp>
        <p:nvSpPr>
          <p:cNvPr id="11" name="Picture Placeholder 10">
            <a:extLst>
              <a:ext uri="{FF2B5EF4-FFF2-40B4-BE49-F238E27FC236}">
                <a16:creationId xmlns:a16="http://schemas.microsoft.com/office/drawing/2014/main" id="{FAF861DB-D5EF-3FC9-7595-570C8498D757}"/>
              </a:ext>
            </a:extLst>
          </p:cNvPr>
          <p:cNvSpPr>
            <a:spLocks noGrp="1"/>
          </p:cNvSpPr>
          <p:nvPr>
            <p:ph type="pic" sz="quarter" idx="14"/>
          </p:nvPr>
        </p:nvSpPr>
        <p:spPr>
          <a:xfrm>
            <a:off x="0" y="0"/>
            <a:ext cx="5477256" cy="6858000"/>
          </a:xfrm>
          <a:blipFill>
            <a:blip r:embed="rId2">
              <a:alphaModFix amt="60000"/>
            </a:blip>
            <a:stretch>
              <a:fillRect/>
            </a:stretch>
          </a:blipFill>
        </p:spPr>
        <p:txBody>
          <a:bodyPr/>
          <a:lstStyle/>
          <a:p>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3189770"/>
            <a:ext cx="5480304" cy="2982429"/>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a:lnSpc>
                <a:spcPct val="150000"/>
              </a:lnSpc>
              <a:buFont typeface="+mj-lt"/>
              <a:buNone/>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6" name="Straight Connector 15">
            <a:extLst>
              <a:ext uri="{FF2B5EF4-FFF2-40B4-BE49-F238E27FC236}">
                <a16:creationId xmlns:a16="http://schemas.microsoft.com/office/drawing/2014/main" id="{79C1A172-F829-D2DE-BDB2-B86E6ACE1886}"/>
              </a:ext>
            </a:extLst>
          </p:cNvPr>
          <p:cNvCxnSpPr>
            <a:cxnSpLocks/>
          </p:cNvCxnSpPr>
          <p:nvPr userDrawn="1"/>
        </p:nvCxnSpPr>
        <p:spPr>
          <a:xfrm>
            <a:off x="6095999" y="2743200"/>
            <a:ext cx="54772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096000" y="6343955"/>
            <a:ext cx="2985400" cy="365125"/>
          </a:xfrm>
        </p:spPr>
        <p:txBody>
          <a:bodyPr>
            <a:noAutofit/>
          </a:bodyPr>
          <a:lstStyle/>
          <a:p>
            <a:r>
              <a:rPr lang="en-US"/>
              <a:t>Sample Footer Text</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noAutofit/>
          </a:bodyPr>
          <a:lstStyle/>
          <a:p>
            <a:fld id="{68A32F6A-E7E2-4607-B207-B787B539B854}" type="datetime1">
              <a:rPr lang="en-US" smtClean="0"/>
              <a:t>11/1/2025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87017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824824"/>
            <a:ext cx="6397753" cy="1527976"/>
          </a:xfrm>
        </p:spPr>
        <p:txBody>
          <a:bodyPr vert="horz" lIns="91440" tIns="45720" rIns="91440" bIns="45720" rtlCol="0" anchor="b">
            <a:noAutofit/>
          </a:bodyPr>
          <a:lstStyle>
            <a:lvl1pPr>
              <a:defRPr lang="en-US" dirty="0"/>
            </a:lvl1pPr>
          </a:lstStyle>
          <a:p>
            <a:pPr lvl="0"/>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12647" y="3505200"/>
            <a:ext cx="4568953" cy="1645198"/>
          </a:xfrm>
        </p:spPr>
        <p:txBody>
          <a:bodyPr vert="horz" lIns="91440" tIns="45720" rIns="91440" bIns="45720" rtlCol="0">
            <a:noAutofit/>
          </a:bodyPr>
          <a:lstStyle>
            <a:lvl1pPr>
              <a:defRPr lang="en-US" sz="1400" dirty="0"/>
            </a:lvl1pPr>
            <a:lvl2pPr>
              <a:defRPr lang="en-US" sz="1400"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9467FC12-63BB-4A63-9424-BFBF8E1D71D9}" type="datetime1">
              <a:rPr lang="en-US" smtClean="0"/>
              <a:t>11/1/2025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889251BE-373D-9B13-B9E2-73DFEBE40118}"/>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698E032-CDEE-AA9B-44A7-CE5EBB6948C0}"/>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CC778913-9F6C-8FDD-B123-16048004EC56}"/>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6283179-133D-0E64-C08A-4D59C8B2F9D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1560545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3" cy="3657600"/>
          </a:xfrm>
        </p:spPr>
        <p:txBody>
          <a:bodyPr anchor="t">
            <a:noAutofit/>
          </a:bodyPr>
          <a:lstStyle>
            <a:lvl1pPr>
              <a:defRPr sz="54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1601" y="685800"/>
            <a:ext cx="4572000" cy="3657600"/>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BAA7FA5-AD20-4A92-9D35-3CC6CFA49E64}" type="datetime1">
              <a:rPr lang="en-US" smtClean="0"/>
              <a:t>11/1/2025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C662DADE-FB83-6BD4-1D72-E22F0783A67E}"/>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7CD6A0-64A5-5058-DFD2-8DD1FAF7BEEB}"/>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E8E4321-3109-17F5-C530-4108033F07F5}"/>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AAD0450-E765-A0E1-7C56-37246411FDD0}"/>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Tree>
    <p:extLst>
      <p:ext uri="{BB962C8B-B14F-4D97-AF65-F5344CB8AC3E}">
        <p14:creationId xmlns:p14="http://schemas.microsoft.com/office/powerpoint/2010/main" val="3170403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405E2B5C-398A-3F2F-4BCC-FFF94D44632F}"/>
              </a:ext>
            </a:extLst>
          </p:cNvPr>
          <p:cNvSpPr/>
          <p:nvPr/>
        </p:nvSpPr>
        <p:spPr>
          <a:xfrm>
            <a:off x="11250895" y="5407944"/>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2897460-3A7D-EC5C-76B9-2725193E10AF}"/>
              </a:ext>
            </a:extLst>
          </p:cNvPr>
          <p:cNvSpPr/>
          <p:nvPr/>
        </p:nvSpPr>
        <p:spPr>
          <a:xfrm>
            <a:off x="685800" y="5758439"/>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742E741-698E-A2B8-7BD5-9DE89C610C2F}"/>
              </a:ext>
            </a:extLst>
          </p:cNvPr>
          <p:cNvSpPr/>
          <p:nvPr/>
        </p:nvSpPr>
        <p:spPr>
          <a:xfrm>
            <a:off x="10998565" y="5490376"/>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A04551B-2E70-1734-DA15-F26ABEC9D9D0}"/>
              </a:ext>
            </a:extLst>
          </p:cNvPr>
          <p:cNvSpPr/>
          <p:nvPr/>
        </p:nvSpPr>
        <p:spPr>
          <a:xfrm>
            <a:off x="10976145" y="5490381"/>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685800"/>
            <a:ext cx="3654553" cy="4083580"/>
          </a:xfrm>
        </p:spPr>
        <p:txBody>
          <a:bodyPr anchor="t">
            <a:noAutofit/>
          </a:bodyPr>
          <a:lstStyle>
            <a:lvl1pPr>
              <a:defRPr sz="540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600" y="685800"/>
            <a:ext cx="6045390" cy="4083579"/>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02AB700-8552-46A0-B700-5DA0068ADBFC}" type="datetime1">
              <a:rPr lang="en-US" smtClean="0"/>
              <a:t>11/1/2025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804667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5B71F7-9EDC-DB6C-D713-7ACE3A2EADC0}"/>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842DDA-AD76-0064-2B85-CB145F4CE540}"/>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5E58AC6-620E-20FA-E8F5-375DA2977A43}"/>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A14E2E-5098-2800-A72C-138A5840365C}"/>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685800"/>
            <a:ext cx="3652523" cy="4102460"/>
          </a:xfrm>
        </p:spPr>
        <p:txBody>
          <a:bodyPr anchor="t">
            <a:noAutofit/>
          </a:bodyPr>
          <a:lstStyle>
            <a:lvl1pPr>
              <a:defRPr sz="54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1600" y="685800"/>
            <a:ext cx="6394703" cy="5455003"/>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A892AD61-D199-4B74-B80B-2001400510FA}" type="datetime1">
              <a:rPr lang="en-US" smtClean="0"/>
              <a:t>11/1/2025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56241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94DE839-4377-D8CF-B2A4-D0C3E0F49821}"/>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5E5478-C025-8AD6-B7FE-E95C356E887C}"/>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0EF54C8-1B9C-18F9-4647-D96F1A37BC05}"/>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3C1B42D9-101B-9822-0BAF-F80E962BB4CD}"/>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4" cy="4550251"/>
          </a:xfrm>
        </p:spPr>
        <p:txBody>
          <a:bodyPr anchor="t">
            <a:noAutofit/>
          </a:bodyPr>
          <a:lstStyle>
            <a:lvl1pPr>
              <a:defRPr sz="54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181600" y="685800"/>
            <a:ext cx="6394703" cy="5464016"/>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D00D9374-B0AF-43C5-90A8-C409C7D54B55}" type="datetime1">
              <a:rPr lang="en-US" smtClean="0"/>
              <a:t>11/1/2025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831670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AC2E340-F7F3-5093-0E0A-41015057E720}"/>
              </a:ext>
            </a:extLst>
          </p:cNvPr>
          <p:cNvCxnSpPr/>
          <p:nvPr userDrawn="1"/>
        </p:nvCxnSpPr>
        <p:spPr>
          <a:xfrm>
            <a:off x="5191026" y="2362200"/>
            <a:ext cx="6391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91026" y="685807"/>
            <a:ext cx="6391374" cy="1372001"/>
          </a:xfrm>
        </p:spPr>
        <p:txBody>
          <a:bodyPr anchor="b">
            <a:noAutofit/>
          </a:bodyPr>
          <a:lstStyle>
            <a:lvl1pPr>
              <a:defRPr>
                <a:solidFill>
                  <a:schemeClr val="tx2"/>
                </a:solidFill>
              </a:defRPr>
            </a:lvl1pPr>
          </a:lstStyle>
          <a:p>
            <a:r>
              <a:rPr lang="en-US" dirty="0"/>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80729" y="2743204"/>
            <a:ext cx="6395573" cy="3428989"/>
          </a:xfrm>
        </p:spPr>
        <p:txBody>
          <a:bodyPr>
            <a:no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91026" y="6343825"/>
            <a:ext cx="3364903" cy="365125"/>
          </a:xfrm>
        </p:spPr>
        <p:txBody>
          <a:bodyPr>
            <a:noAutofit/>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noAutofit/>
          </a:bodyPr>
          <a:lstStyle>
            <a:lvl1pPr>
              <a:defRPr>
                <a:solidFill>
                  <a:schemeClr val="tx1"/>
                </a:solidFill>
              </a:defRPr>
            </a:lvl1pPr>
          </a:lstStyle>
          <a:p>
            <a:fld id="{9CBB6888-43ED-4D3A-B8DA-89EF29644561}" type="datetime1">
              <a:rPr lang="en-US" smtClean="0"/>
              <a:pPr/>
              <a:t>11/1/2025</a:t>
            </a:fld>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608936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881EABF-B6BB-1FBF-962C-A6A6C8C2418A}"/>
              </a:ext>
            </a:extLst>
          </p:cNvPr>
          <p:cNvCxnSpPr/>
          <p:nvPr userDrawn="1"/>
        </p:nvCxnSpPr>
        <p:spPr>
          <a:xfrm>
            <a:off x="612647" y="2359152"/>
            <a:ext cx="633679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4"/>
            <a:ext cx="6391374" cy="1371996"/>
          </a:xfrm>
        </p:spPr>
        <p:txBody>
          <a:bodyPr anchor="b">
            <a:noAutofit/>
          </a:body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3" y="2742645"/>
            <a:ext cx="6391247" cy="3429551"/>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noAutofit/>
          </a:bodyPr>
          <a:lstStyle/>
          <a:p>
            <a:r>
              <a:rPr lang="en-US"/>
              <a:t>Sample Footer Text</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noAutofit/>
          </a:bodyPr>
          <a:lstStyle/>
          <a:p>
            <a:fld id="{27C7479B-2077-4468-85E0-F9294B46DEAE}" type="datetime1">
              <a:rPr lang="en-US" smtClean="0"/>
              <a:t>11/1/2025</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noAutofit/>
          </a:bodyPr>
          <a:lstStyle/>
          <a:p>
            <a:fld id="{AEAA3239-9EA4-4A65-A281-97F994456D9F}" type="slidenum">
              <a:rPr lang="en-US" smtClean="0"/>
              <a:t>‹#›</a:t>
            </a:fld>
            <a:endParaRPr lang="en-US" dirty="0"/>
          </a:p>
        </p:txBody>
      </p:sp>
      <p:sp>
        <p:nvSpPr>
          <p:cNvPr id="4" name="Picture Placeholder 13">
            <a:extLst>
              <a:ext uri="{FF2B5EF4-FFF2-40B4-BE49-F238E27FC236}">
                <a16:creationId xmlns:a16="http://schemas.microsoft.com/office/drawing/2014/main" id="{35EC8126-6431-465A-8AC3-0118DD8825B5}"/>
              </a:ext>
            </a:extLst>
          </p:cNvPr>
          <p:cNvSpPr>
            <a:spLocks noGrp="1"/>
          </p:cNvSpPr>
          <p:nvPr>
            <p:ph type="pic" sz="quarter" idx="13" hasCustomPrompt="1"/>
          </p:nvPr>
        </p:nvSpPr>
        <p:spPr>
          <a:xfrm>
            <a:off x="7631546"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a:t>
            </a:r>
          </a:p>
        </p:txBody>
      </p:sp>
    </p:spTree>
    <p:extLst>
      <p:ext uri="{BB962C8B-B14F-4D97-AF65-F5344CB8AC3E}">
        <p14:creationId xmlns:p14="http://schemas.microsoft.com/office/powerpoint/2010/main" val="34985427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dirty="0"/>
              <a:t>Click to edit Master title style</a:t>
            </a:r>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a:noAutofit/>
          </a:bodyPr>
          <a:lstStyle/>
          <a:p>
            <a:r>
              <a:rPr lang="en-US"/>
              <a:t>Sample Footer Text</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noAutofit/>
          </a:bodyPr>
          <a:lstStyle/>
          <a:p>
            <a:fld id="{28E9021D-675F-4984-8FE0-04DA4F4E22F1}" type="datetime1">
              <a:rPr lang="en-US" smtClean="0"/>
              <a:t>11/1/2025</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626216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6858000" cy="1111532"/>
          </a:xfrm>
        </p:spPr>
        <p:txBody>
          <a:bodyPr anchor="b">
            <a:noAutofit/>
          </a:body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noAutofit/>
          </a:bodyPr>
          <a:lstStyle/>
          <a:p>
            <a:fld id="{A7F72289-EB8A-47CA-A283-A769C9E761BF}" type="datetime1">
              <a:rPr lang="en-US" smtClean="0"/>
              <a:t>11/1/2025</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noAutofit/>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236223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anchor="b">
            <a:noAutofit/>
          </a:bodyPr>
          <a:lstStyle>
            <a:lvl1pPr>
              <a:defRPr sz="5400"/>
            </a:lvl1pPr>
          </a:lstStyle>
          <a:p>
            <a:r>
              <a:rPr lang="en-US" dirty="0"/>
              <a:t>Click to edit Master title style</a:t>
            </a:r>
          </a:p>
        </p:txBody>
      </p:sp>
      <p:sp>
        <p:nvSpPr>
          <p:cNvPr id="12" name="Picture Placehold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noAutofit/>
          </a:bodyPr>
          <a:lstStyle>
            <a:lvl1pPr>
              <a:defRPr>
                <a:solidFill>
                  <a:schemeClr val="tx1"/>
                </a:solidFill>
                <a:effectLst/>
              </a:defRPr>
            </a:lvl1pPr>
          </a:lstStyle>
          <a:p>
            <a:fld id="{74049900-C118-46F7-B9EF-5F7C1F0005B2}" type="datetime1">
              <a:rPr lang="en-US" smtClean="0"/>
              <a:t>11/1/2025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466992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72002" cy="1371264"/>
          </a:xfrm>
        </p:spPr>
        <p:txBody>
          <a:bodyPr anchor="b">
            <a:noAutofit/>
          </a:bodyPr>
          <a:lstStyle>
            <a:lvl1pPr>
              <a:defRPr sz="54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09599" y="2286000"/>
            <a:ext cx="4561666" cy="3886200"/>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5">
            <a:extLst>
              <a:ext uri="{FF2B5EF4-FFF2-40B4-BE49-F238E27FC236}">
                <a16:creationId xmlns:a16="http://schemas.microsoft.com/office/drawing/2014/main" id="{3C6055EC-0CB7-A026-AE8C-74A36F768BEB}"/>
              </a:ext>
            </a:extLst>
          </p:cNvPr>
          <p:cNvSpPr>
            <a:spLocks noGrp="1"/>
          </p:cNvSpPr>
          <p:nvPr>
            <p:ph type="ftr" sz="quarter" idx="11"/>
          </p:nvPr>
        </p:nvSpPr>
        <p:spPr>
          <a:xfrm>
            <a:off x="609599" y="6343955"/>
            <a:ext cx="2105099" cy="365125"/>
          </a:xfrm>
        </p:spPr>
        <p:txBody>
          <a:bodyPr>
            <a:noAutofit/>
          </a:bodyPr>
          <a:lstStyle/>
          <a:p>
            <a:r>
              <a:rPr lang="en-US"/>
              <a:t>Sample Footer Text</a:t>
            </a:r>
          </a:p>
        </p:txBody>
      </p:sp>
      <p:sp>
        <p:nvSpPr>
          <p:cNvPr id="13" name="Date Placeholder 4">
            <a:extLst>
              <a:ext uri="{FF2B5EF4-FFF2-40B4-BE49-F238E27FC236}">
                <a16:creationId xmlns:a16="http://schemas.microsoft.com/office/drawing/2014/main" id="{AE86096B-57D4-1243-A86D-1D5E7DC3A755}"/>
              </a:ext>
            </a:extLst>
          </p:cNvPr>
          <p:cNvSpPr>
            <a:spLocks noGrp="1"/>
          </p:cNvSpPr>
          <p:nvPr>
            <p:ph type="dt" sz="half" idx="10"/>
          </p:nvPr>
        </p:nvSpPr>
        <p:spPr>
          <a:xfrm>
            <a:off x="2963930" y="6343955"/>
            <a:ext cx="1772029" cy="365125"/>
          </a:xfrm>
        </p:spPr>
        <p:txBody>
          <a:bodyPr>
            <a:noAutofit/>
          </a:bodyPr>
          <a:lstStyle>
            <a:lvl1pPr>
              <a:defRPr>
                <a:solidFill>
                  <a:schemeClr val="tx1"/>
                </a:solidFill>
                <a:effectLst/>
              </a:defRPr>
            </a:lvl1pPr>
          </a:lstStyle>
          <a:p>
            <a:fld id="{74049900-C118-46F7-B9EF-5F7C1F0005B2}" type="datetime1">
              <a:rPr lang="en-US" smtClean="0"/>
              <a:t>11/1/2025</a:t>
            </a:fld>
            <a:endParaRPr lang="en-US"/>
          </a:p>
        </p:txBody>
      </p:sp>
      <p:sp>
        <p:nvSpPr>
          <p:cNvPr id="15" name="Slide Number Placeholder 6">
            <a:extLst>
              <a:ext uri="{FF2B5EF4-FFF2-40B4-BE49-F238E27FC236}">
                <a16:creationId xmlns:a16="http://schemas.microsoft.com/office/drawing/2014/main" id="{A98A8E55-200E-96B4-1462-6DA457A20CE9}"/>
              </a:ext>
            </a:extLst>
          </p:cNvPr>
          <p:cNvSpPr>
            <a:spLocks noGrp="1"/>
          </p:cNvSpPr>
          <p:nvPr>
            <p:ph type="sldNum" sz="quarter" idx="12"/>
          </p:nvPr>
        </p:nvSpPr>
        <p:spPr>
          <a:xfrm>
            <a:off x="4735959" y="6343955"/>
            <a:ext cx="429207" cy="365125"/>
          </a:xfrm>
        </p:spPr>
        <p:txBody>
          <a:bodyPr>
            <a:noAutofit/>
          </a:bodyPr>
          <a:lstStyle/>
          <a:p>
            <a:fld id="{AEAA3239-9EA4-4A65-A281-97F994456D9F}" type="slidenum">
              <a:rPr lang="en-US" smtClean="0"/>
              <a:t>‹#›</a:t>
            </a:fld>
            <a:endParaRPr lang="en-US"/>
          </a:p>
        </p:txBody>
      </p:sp>
      <p:sp>
        <p:nvSpPr>
          <p:cNvPr id="3" name="Picture Placeholder 11">
            <a:extLst>
              <a:ext uri="{FF2B5EF4-FFF2-40B4-BE49-F238E27FC236}">
                <a16:creationId xmlns:a16="http://schemas.microsoft.com/office/drawing/2014/main" id="{48233842-32AB-C53C-CA20-8101D4E63DC5}"/>
              </a:ext>
            </a:extLst>
          </p:cNvPr>
          <p:cNvSpPr>
            <a:spLocks noGrp="1"/>
          </p:cNvSpPr>
          <p:nvPr>
            <p:ph type="pic" sz="quarter" idx="15"/>
          </p:nvPr>
        </p:nvSpPr>
        <p:spPr>
          <a:xfrm>
            <a:off x="5801536" y="0"/>
            <a:ext cx="6390464" cy="68580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9470453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4" y="687787"/>
            <a:ext cx="3363259" cy="1993392"/>
          </a:xfrm>
        </p:spPr>
        <p:txBody>
          <a:bodyPr anchor="b">
            <a:noAutofit/>
          </a:bodyPr>
          <a:lstStyle>
            <a:lvl1pPr>
              <a:defRPr sz="54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1" y="2880360"/>
            <a:ext cx="3363259" cy="3274612"/>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noAutofit/>
          </a:bodyPr>
          <a:lstStyle/>
          <a:p>
            <a:fld id="{0B4A3A31-ACEE-4A00-9ED7-D579651BDB0B}" type="datetime1">
              <a:rPr lang="en-US" smtClean="0"/>
              <a:t>11/1/2025</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18447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8" y="685800"/>
            <a:ext cx="3364992" cy="1996301"/>
          </a:xfrm>
        </p:spPr>
        <p:txBody>
          <a:bodyPr anchor="b">
            <a:noAutofit/>
          </a:bodyPr>
          <a:lstStyle>
            <a:lvl1pPr>
              <a:defRPr sz="54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698" y="2880360"/>
            <a:ext cx="3364992" cy="3234856"/>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8">
            <a:extLst>
              <a:ext uri="{FF2B5EF4-FFF2-40B4-BE49-F238E27FC236}">
                <a16:creationId xmlns:a16="http://schemas.microsoft.com/office/drawing/2014/main" id="{C119522C-433C-CA02-AD5B-2ABB39A41622}"/>
              </a:ext>
            </a:extLst>
          </p:cNvPr>
          <p:cNvSpPr>
            <a:spLocks noGrp="1"/>
          </p:cNvSpPr>
          <p:nvPr>
            <p:ph type="ftr" sz="quarter" idx="16"/>
          </p:nvPr>
        </p:nvSpPr>
        <p:spPr>
          <a:xfrm>
            <a:off x="615698" y="6343955"/>
            <a:ext cx="2012061" cy="365125"/>
          </a:xfrm>
        </p:spPr>
        <p:txBody>
          <a:bodyPr>
            <a:noAutofit/>
          </a:bodyPr>
          <a:lstStyle/>
          <a:p>
            <a:r>
              <a:rPr lang="en-US"/>
              <a:t>Sample Footer Text</a:t>
            </a:r>
            <a:endParaRPr lang="en-US" dirty="0"/>
          </a:p>
        </p:txBody>
      </p:sp>
      <p:sp>
        <p:nvSpPr>
          <p:cNvPr id="7" name="Date Placeholder 3">
            <a:extLst>
              <a:ext uri="{FF2B5EF4-FFF2-40B4-BE49-F238E27FC236}">
                <a16:creationId xmlns:a16="http://schemas.microsoft.com/office/drawing/2014/main" id="{E76C67AD-99A1-8DF0-C332-BB3E0C537172}"/>
              </a:ext>
            </a:extLst>
          </p:cNvPr>
          <p:cNvSpPr>
            <a:spLocks noGrp="1"/>
          </p:cNvSpPr>
          <p:nvPr>
            <p:ph type="dt" sz="half" idx="15"/>
          </p:nvPr>
        </p:nvSpPr>
        <p:spPr>
          <a:xfrm>
            <a:off x="2627759" y="6343955"/>
            <a:ext cx="922372" cy="365125"/>
          </a:xfrm>
        </p:spPr>
        <p:txBody>
          <a:bodyPr>
            <a:noAutofit/>
          </a:bodyPr>
          <a:lstStyle/>
          <a:p>
            <a:fld id="{0B4A3A31-ACEE-4A00-9ED7-D579651BDB0B}" type="datetime1">
              <a:rPr lang="en-US" smtClean="0"/>
              <a:t>11/1/2025</a:t>
            </a:fld>
            <a:endParaRPr lang="en-US" dirty="0"/>
          </a:p>
        </p:txBody>
      </p:sp>
      <p:sp>
        <p:nvSpPr>
          <p:cNvPr id="13" name="Slide Number Placeholder 9">
            <a:extLst>
              <a:ext uri="{FF2B5EF4-FFF2-40B4-BE49-F238E27FC236}">
                <a16:creationId xmlns:a16="http://schemas.microsoft.com/office/drawing/2014/main" id="{C8D2CF7B-FF7A-7960-DB96-2B1846DA41A0}"/>
              </a:ext>
            </a:extLst>
          </p:cNvPr>
          <p:cNvSpPr>
            <a:spLocks noGrp="1"/>
          </p:cNvSpPr>
          <p:nvPr>
            <p:ph type="sldNum" sz="quarter" idx="17"/>
          </p:nvPr>
        </p:nvSpPr>
        <p:spPr>
          <a:xfrm>
            <a:off x="3550131" y="6343955"/>
            <a:ext cx="429207" cy="365125"/>
          </a:xfrm>
        </p:spPr>
        <p:txBody>
          <a:bodyPr>
            <a:noAutofit/>
          </a:bodyPr>
          <a:lstStyle/>
          <a:p>
            <a:fld id="{AEAA3239-9EA4-4A65-A281-97F994456D9F}" type="slidenum">
              <a:rPr lang="en-US" smtClean="0"/>
              <a:t>‹#›</a:t>
            </a:fld>
            <a:endParaRPr lang="en-US"/>
          </a:p>
        </p:txBody>
      </p:sp>
      <p:sp>
        <p:nvSpPr>
          <p:cNvPr id="4" name="Picture Placeholder 10">
            <a:extLst>
              <a:ext uri="{FF2B5EF4-FFF2-40B4-BE49-F238E27FC236}">
                <a16:creationId xmlns:a16="http://schemas.microsoft.com/office/drawing/2014/main" id="{B08A763A-F1F9-D459-6C34-397656627599}"/>
              </a:ext>
            </a:extLst>
          </p:cNvPr>
          <p:cNvSpPr>
            <a:spLocks noGrp="1"/>
          </p:cNvSpPr>
          <p:nvPr>
            <p:ph type="pic" sz="quarter" idx="13" hasCustomPrompt="1"/>
          </p:nvPr>
        </p:nvSpPr>
        <p:spPr>
          <a:xfrm>
            <a:off x="4607856" y="0"/>
            <a:ext cx="7584144"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1819643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0"/>
            <a:ext cx="2748115" cy="2743200"/>
          </a:xfrm>
          <a:noFill/>
        </p:spPr>
        <p:txBody>
          <a:bodyPr anchor="t">
            <a:noAutofit/>
          </a:bodyPr>
          <a:lstStyle/>
          <a:p>
            <a:r>
              <a:rPr lang="en-US" dirty="0"/>
              <a:t>Click to edit Master title style</a:t>
            </a:r>
          </a:p>
        </p:txBody>
      </p:sp>
      <p:sp>
        <p:nvSpPr>
          <p:cNvPr id="4" name="Picture Placeholder 3">
            <a:extLst>
              <a:ext uri="{FF2B5EF4-FFF2-40B4-BE49-F238E27FC236}">
                <a16:creationId xmlns:a16="http://schemas.microsoft.com/office/drawing/2014/main" id="{5487E718-4223-B4DB-C92A-99E891E642B8}"/>
              </a:ext>
            </a:extLst>
          </p:cNvPr>
          <p:cNvSpPr>
            <a:spLocks noGrp="1"/>
          </p:cNvSpPr>
          <p:nvPr>
            <p:ph type="pic" sz="quarter" idx="15"/>
          </p:nvPr>
        </p:nvSpPr>
        <p:spPr>
          <a:xfrm>
            <a:off x="0" y="0"/>
            <a:ext cx="8229600" cy="6858000"/>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9200" y="3703320"/>
            <a:ext cx="2743201" cy="2476061"/>
          </a:xfrm>
          <a:noFill/>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39200" y="6343955"/>
            <a:ext cx="1404460" cy="365125"/>
          </a:xfrm>
          <a:noFill/>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noFill/>
        </p:spPr>
        <p:txBody>
          <a:bodyPr>
            <a:noAutofit/>
          </a:bodyPr>
          <a:lstStyle>
            <a:lvl1pPr>
              <a:defRPr>
                <a:solidFill>
                  <a:schemeClr val="tx1"/>
                </a:solidFill>
                <a:effectLst/>
              </a:defRPr>
            </a:lvl1pPr>
          </a:lstStyle>
          <a:p>
            <a:fld id="{FAD7B7F7-7F90-4F0B-A996-5443656EFF4A}" type="datetime1">
              <a:rPr lang="en-US" smtClean="0"/>
              <a:t>11/1/2025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noFill/>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695498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85800"/>
            <a:ext cx="2748114" cy="2743200"/>
          </a:xfrm>
        </p:spPr>
        <p:txBody>
          <a:bodyPr anchor="t">
            <a:noAutofit/>
          </a:bodyPr>
          <a:lstStyle/>
          <a:p>
            <a:r>
              <a:rPr lang="en-US" dirty="0"/>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703320"/>
            <a:ext cx="2743200" cy="247606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5">
            <a:extLst>
              <a:ext uri="{FF2B5EF4-FFF2-40B4-BE49-F238E27FC236}">
                <a16:creationId xmlns:a16="http://schemas.microsoft.com/office/drawing/2014/main" id="{644F6AEF-CB45-AC6F-F205-7AB277670F4E}"/>
              </a:ext>
            </a:extLst>
          </p:cNvPr>
          <p:cNvSpPr>
            <a:spLocks noGrp="1"/>
          </p:cNvSpPr>
          <p:nvPr>
            <p:ph type="ftr" sz="quarter" idx="11"/>
          </p:nvPr>
        </p:nvSpPr>
        <p:spPr>
          <a:xfrm>
            <a:off x="615697" y="6343955"/>
            <a:ext cx="1404460" cy="365125"/>
          </a:xfrm>
        </p:spPr>
        <p:txBody>
          <a:bodyPr>
            <a:noAutofit/>
          </a:bodyPr>
          <a:lstStyle/>
          <a:p>
            <a:r>
              <a:rPr lang="en-US"/>
              <a:t>Sample Footer Text</a:t>
            </a:r>
            <a:endParaRPr lang="en-US" dirty="0"/>
          </a:p>
        </p:txBody>
      </p:sp>
      <p:sp>
        <p:nvSpPr>
          <p:cNvPr id="14" name="Date Placeholder 4">
            <a:extLst>
              <a:ext uri="{FF2B5EF4-FFF2-40B4-BE49-F238E27FC236}">
                <a16:creationId xmlns:a16="http://schemas.microsoft.com/office/drawing/2014/main" id="{980DDA2F-B408-A7AF-463F-3F6ED55C1A9C}"/>
              </a:ext>
            </a:extLst>
          </p:cNvPr>
          <p:cNvSpPr>
            <a:spLocks noGrp="1"/>
          </p:cNvSpPr>
          <p:nvPr>
            <p:ph type="dt" sz="half" idx="10"/>
          </p:nvPr>
        </p:nvSpPr>
        <p:spPr>
          <a:xfrm>
            <a:off x="2069019" y="6343955"/>
            <a:ext cx="854573" cy="365125"/>
          </a:xfrm>
        </p:spPr>
        <p:txBody>
          <a:bodyPr>
            <a:noAutofit/>
          </a:bodyPr>
          <a:lstStyle>
            <a:lvl1pPr>
              <a:defRPr>
                <a:solidFill>
                  <a:schemeClr val="tx1"/>
                </a:solidFill>
                <a:effectLst/>
              </a:defRPr>
            </a:lvl1pPr>
          </a:lstStyle>
          <a:p>
            <a:fld id="{FAD7B7F7-7F90-4F0B-A996-5443656EFF4A}" type="datetime1">
              <a:rPr lang="en-US" smtClean="0"/>
              <a:t>11/1/2025</a:t>
            </a:fld>
            <a:endParaRPr lang="en-US" dirty="0"/>
          </a:p>
        </p:txBody>
      </p:sp>
      <p:sp>
        <p:nvSpPr>
          <p:cNvPr id="16" name="Slide Number Placeholder 6">
            <a:extLst>
              <a:ext uri="{FF2B5EF4-FFF2-40B4-BE49-F238E27FC236}">
                <a16:creationId xmlns:a16="http://schemas.microsoft.com/office/drawing/2014/main" id="{9C6A3F52-E7A3-B732-2650-C47F8BE25FF4}"/>
              </a:ext>
            </a:extLst>
          </p:cNvPr>
          <p:cNvSpPr>
            <a:spLocks noGrp="1"/>
          </p:cNvSpPr>
          <p:nvPr>
            <p:ph type="sldNum" sz="quarter" idx="12"/>
          </p:nvPr>
        </p:nvSpPr>
        <p:spPr>
          <a:xfrm>
            <a:off x="2923593" y="6343955"/>
            <a:ext cx="429207" cy="365125"/>
          </a:xfrm>
        </p:spPr>
        <p:txBody>
          <a:bodyPr>
            <a:noAutofit/>
          </a:bodyPr>
          <a:lstStyle/>
          <a:p>
            <a:fld id="{AEAA3239-9EA4-4A65-A281-97F994456D9F}" type="slidenum">
              <a:rPr lang="en-US" smtClean="0"/>
              <a:t>‹#›</a:t>
            </a:fld>
            <a:endParaRPr lang="en-US"/>
          </a:p>
        </p:txBody>
      </p:sp>
      <p:sp>
        <p:nvSpPr>
          <p:cNvPr id="5" name="Picture Placeholder 3">
            <a:extLst>
              <a:ext uri="{FF2B5EF4-FFF2-40B4-BE49-F238E27FC236}">
                <a16:creationId xmlns:a16="http://schemas.microsoft.com/office/drawing/2014/main" id="{80894EEF-95B5-F8FE-9FBB-D5DFD413C066}"/>
              </a:ext>
            </a:extLst>
          </p:cNvPr>
          <p:cNvSpPr>
            <a:spLocks noGrp="1"/>
          </p:cNvSpPr>
          <p:nvPr>
            <p:ph type="pic" sz="quarter" idx="15"/>
          </p:nvPr>
        </p:nvSpPr>
        <p:spPr>
          <a:xfrm>
            <a:off x="3962400" y="0"/>
            <a:ext cx="8229600" cy="68580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42611547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343400"/>
            <a:ext cx="4019522" cy="1159931"/>
          </a:xfrm>
        </p:spPr>
        <p:txBody>
          <a:bodyPr anchor="t">
            <a:noAutofit/>
          </a:bodyPr>
          <a:lstStyle>
            <a:lvl1pPr>
              <a:defRPr sz="5400"/>
            </a:lvl1pPr>
          </a:lstStyle>
          <a:p>
            <a:r>
              <a:rPr lang="en-US" dirty="0"/>
              <a:t>Click to edit Master title style</a:t>
            </a:r>
          </a:p>
        </p:txBody>
      </p:sp>
      <p:sp>
        <p:nvSpPr>
          <p:cNvPr id="4" name="Picture Placeholder 3">
            <a:extLst>
              <a:ext uri="{FF2B5EF4-FFF2-40B4-BE49-F238E27FC236}">
                <a16:creationId xmlns:a16="http://schemas.microsoft.com/office/drawing/2014/main" id="{0E0CE544-3552-FE00-5B00-942E522A2A5A}"/>
              </a:ext>
            </a:extLst>
          </p:cNvPr>
          <p:cNvSpPr>
            <a:spLocks noGrp="1"/>
          </p:cNvSpPr>
          <p:nvPr>
            <p:ph type="pic" sz="quarter" idx="15"/>
          </p:nvPr>
        </p:nvSpPr>
        <p:spPr>
          <a:xfrm>
            <a:off x="0" y="0"/>
            <a:ext cx="12192000" cy="3886200"/>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81600" y="4343400"/>
            <a:ext cx="6400800" cy="115993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2086C921-50A5-4289-8B96-30101E64A548}" type="datetime1">
              <a:rPr lang="en-US" smtClean="0"/>
              <a:t>11/1/2025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60114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6200"/>
            <a:ext cx="3044954" cy="2245126"/>
          </a:xfrm>
        </p:spPr>
        <p:txBody>
          <a:bodyPr anchor="b">
            <a:noAutofit/>
          </a:bodyPr>
          <a:lstStyle>
            <a:lvl1pPr>
              <a:defRPr sz="54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7200" y="3886200"/>
            <a:ext cx="7315199" cy="2245127"/>
          </a:xfrm>
        </p:spPr>
        <p:txBody>
          <a:bodyPr vert="horz" lIns="91440" tIns="45720" rIns="91440" bIns="45720" rtlCol="0">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1B948B66-4D7B-4FF2-9F42-B85226272225}" type="datetime1">
              <a:rPr lang="en-US" smtClean="0"/>
              <a:t>11/1/2025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986600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3044954" cy="2035724"/>
          </a:xfrm>
        </p:spPr>
        <p:txBody>
          <a:bodyPr anchor="t">
            <a:noAutofit/>
          </a:bodyPr>
          <a:lstStyle>
            <a:lvl1pPr>
              <a:defRPr sz="5400"/>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9158" y="685800"/>
            <a:ext cx="7315199" cy="2014665"/>
          </a:xfrm>
        </p:spPr>
        <p:txBody>
          <a:bodyPr vert="horz" lIns="91440" tIns="45720" rIns="91440" bIns="45720" rtlCol="0" anchor="b">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2896372"/>
            <a:ext cx="2791027" cy="365125"/>
          </a:xfrm>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896372"/>
            <a:ext cx="1559379" cy="365125"/>
          </a:xfrm>
        </p:spPr>
        <p:txBody>
          <a:bodyPr>
            <a:noAutofit/>
          </a:bodyPr>
          <a:lstStyle/>
          <a:p>
            <a:fld id="{6D1D18D0-7308-42C5-B784-8892F327ABD3}" type="datetime1">
              <a:rPr lang="en-US" smtClean="0"/>
              <a:t>11/1/2025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896372"/>
            <a:ext cx="429207" cy="365125"/>
          </a:xfrm>
        </p:spPr>
        <p:txBody>
          <a:bodyPr>
            <a:noAutofit/>
          </a:body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4178283B-8F20-CAA0-928D-318B857F9592}"/>
              </a:ext>
            </a:extLst>
          </p:cNvPr>
          <p:cNvSpPr>
            <a:spLocks noGrp="1"/>
          </p:cNvSpPr>
          <p:nvPr>
            <p:ph type="pic" sz="quarter" idx="13" hasCustomPrompt="1"/>
          </p:nvPr>
        </p:nvSpPr>
        <p:spPr>
          <a:xfrm>
            <a:off x="-1" y="3414669"/>
            <a:ext cx="12192000" cy="3443331"/>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42076729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8"/>
            <a:ext cx="5483353" cy="1388318"/>
          </a:xfrm>
        </p:spPr>
        <p:txBody>
          <a:bodyPr anchor="b">
            <a:noAutofit/>
          </a:body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2651760"/>
            <a:ext cx="5483352" cy="3521850"/>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4AB12E0E-A617-768A-7E0E-472481185B12}"/>
              </a:ext>
            </a:extLst>
          </p:cNvPr>
          <p:cNvSpPr>
            <a:spLocks noGrp="1"/>
          </p:cNvSpPr>
          <p:nvPr>
            <p:ph type="pic" sz="quarter" idx="18"/>
          </p:nvPr>
        </p:nvSpPr>
        <p:spPr>
          <a:xfrm>
            <a:off x="6717792" y="685807"/>
            <a:ext cx="4864608" cy="5486377"/>
          </a:xfrm>
          <a:blipFill>
            <a:blip r:embed="rId2">
              <a:alphaModFix amt="60000"/>
            </a:blip>
            <a:stretch>
              <a:fillRect/>
            </a:stretch>
          </a:blipFill>
        </p:spPr>
        <p:txBody>
          <a:bodyPr/>
          <a:lstStyle/>
          <a:p>
            <a:endParaRPr lang="en-US"/>
          </a:p>
        </p:txBody>
      </p:sp>
      <p:cxnSp>
        <p:nvCxnSpPr>
          <p:cNvPr id="3" name="Straight Connector 2">
            <a:extLst>
              <a:ext uri="{FF2B5EF4-FFF2-40B4-BE49-F238E27FC236}">
                <a16:creationId xmlns:a16="http://schemas.microsoft.com/office/drawing/2014/main" id="{EC1D70B4-629A-1A3A-D1BB-D35C3AED4BAD}"/>
              </a:ext>
            </a:extLst>
          </p:cNvPr>
          <p:cNvCxnSpPr>
            <a:cxnSpLocks/>
          </p:cNvCxnSpPr>
          <p:nvPr userDrawn="1"/>
        </p:nvCxnSpPr>
        <p:spPr>
          <a:xfrm>
            <a:off x="609600" y="236222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Footer Placeholder 7">
            <a:extLst>
              <a:ext uri="{FF2B5EF4-FFF2-40B4-BE49-F238E27FC236}">
                <a16:creationId xmlns:a16="http://schemas.microsoft.com/office/drawing/2014/main" id="{8F922763-A12B-44C2-4F2D-AAD3B317EC9A}"/>
              </a:ext>
            </a:extLst>
          </p:cNvPr>
          <p:cNvSpPr>
            <a:spLocks noGrp="1"/>
          </p:cNvSpPr>
          <p:nvPr>
            <p:ph type="ftr" sz="quarter" idx="15"/>
          </p:nvPr>
        </p:nvSpPr>
        <p:spPr>
          <a:xfrm>
            <a:off x="612647" y="6343955"/>
            <a:ext cx="2805405" cy="365125"/>
          </a:xfrm>
        </p:spPr>
        <p:txBody>
          <a:bodyPr>
            <a:noAutofit/>
          </a:bodyPr>
          <a:lstStyle/>
          <a:p>
            <a:r>
              <a:rPr lang="en-US" dirty="0"/>
              <a:t>Sample Footer Text</a:t>
            </a:r>
          </a:p>
        </p:txBody>
      </p:sp>
      <p:sp>
        <p:nvSpPr>
          <p:cNvPr id="11" name="Date Placeholder 6">
            <a:extLst>
              <a:ext uri="{FF2B5EF4-FFF2-40B4-BE49-F238E27FC236}">
                <a16:creationId xmlns:a16="http://schemas.microsoft.com/office/drawing/2014/main" id="{88D44AB0-B4BD-5097-DB6C-0B96B75B1DA6}"/>
              </a:ext>
            </a:extLst>
          </p:cNvPr>
          <p:cNvSpPr>
            <a:spLocks noGrp="1"/>
          </p:cNvSpPr>
          <p:nvPr>
            <p:ph type="dt" sz="half" idx="19"/>
          </p:nvPr>
        </p:nvSpPr>
        <p:spPr>
          <a:xfrm>
            <a:off x="8893929" y="6343955"/>
            <a:ext cx="2202644" cy="365125"/>
          </a:xfrm>
        </p:spPr>
        <p:txBody>
          <a:bodyPr>
            <a:noAutofit/>
          </a:bodyPr>
          <a:lstStyle/>
          <a:p>
            <a:fld id="{5888334B-5C34-4E7E-A4B0-3A19575F6DD8}" type="datetime1">
              <a:rPr lang="en-US" smtClean="0"/>
              <a:t>11/1/2025</a:t>
            </a:fld>
            <a:endParaRPr lang="en-US" dirty="0"/>
          </a:p>
        </p:txBody>
      </p:sp>
      <p:sp>
        <p:nvSpPr>
          <p:cNvPr id="14" name="Slide Number Placeholder 8">
            <a:extLst>
              <a:ext uri="{FF2B5EF4-FFF2-40B4-BE49-F238E27FC236}">
                <a16:creationId xmlns:a16="http://schemas.microsoft.com/office/drawing/2014/main" id="{8EA9CC9C-E71E-C316-0680-F4BD6EDC87C1}"/>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352334095"/>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9753" cy="898525"/>
          </a:xfrm>
        </p:spPr>
        <p:txBody>
          <a:bodyPr anchor="b">
            <a:noAutofit/>
          </a:bodyPr>
          <a:lstStyle/>
          <a:p>
            <a:r>
              <a:rPr lang="en-US" dirty="0"/>
              <a:t>Click to edit Master title style</a:t>
            </a:r>
          </a:p>
        </p:txBody>
      </p:sp>
      <p:cxnSp>
        <p:nvCxnSpPr>
          <p:cNvPr id="7" name="Straight Connector 6">
            <a:extLst>
              <a:ext uri="{FF2B5EF4-FFF2-40B4-BE49-F238E27FC236}">
                <a16:creationId xmlns:a16="http://schemas.microsoft.com/office/drawing/2014/main" id="{54E15E62-FEF2-298A-EC8D-72D59188CB27}"/>
              </a:ext>
            </a:extLst>
          </p:cNvPr>
          <p:cNvCxnSpPr>
            <a:cxnSpLocks/>
          </p:cNvCxnSpPr>
          <p:nvPr userDrawn="1"/>
        </p:nvCxnSpPr>
        <p:spPr>
          <a:xfrm>
            <a:off x="609600" y="1905000"/>
            <a:ext cx="109728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9600" y="2286012"/>
            <a:ext cx="5479474" cy="298765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C4892D5B-0772-8929-54F9-AA16EED38E2B}"/>
              </a:ext>
            </a:extLst>
          </p:cNvPr>
          <p:cNvSpPr>
            <a:spLocks noGrp="1"/>
          </p:cNvSpPr>
          <p:nvPr>
            <p:ph type="pic" sz="quarter" idx="18"/>
          </p:nvPr>
        </p:nvSpPr>
        <p:spPr>
          <a:xfrm>
            <a:off x="6715575" y="2285301"/>
            <a:ext cx="4863778" cy="3886188"/>
          </a:xfrm>
          <a:blipFill>
            <a:blip r:embed="rId2">
              <a:alphaModFix amt="60000"/>
            </a:blip>
            <a:stretch>
              <a:fillRect/>
            </a:stretch>
          </a:blipFill>
        </p:spPr>
        <p:txBody>
          <a:bodyPr/>
          <a:lstStyle/>
          <a:p>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noAutofit/>
          </a:bodyPr>
          <a:lstStyle/>
          <a:p>
            <a:fld id="{6C46EC71-0129-40A3-85CE-244216EACC39}" type="datetime1">
              <a:rPr lang="en-US" smtClean="0"/>
              <a:t>11/1/2025</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184242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89903" y="685807"/>
            <a:ext cx="5486400" cy="1388302"/>
          </a:xfrm>
        </p:spPr>
        <p:txBody>
          <a:bodyPr anchor="b">
            <a:noAutofit/>
          </a:bodyPr>
          <a:lstStyle/>
          <a:p>
            <a:r>
              <a:rPr lang="en-US" dirty="0"/>
              <a:t>Click to edit Master title style</a:t>
            </a:r>
          </a:p>
        </p:txBody>
      </p:sp>
      <p:sp>
        <p:nvSpPr>
          <p:cNvPr id="16" name="Picture Placeholder 5">
            <a:extLst>
              <a:ext uri="{FF2B5EF4-FFF2-40B4-BE49-F238E27FC236}">
                <a16:creationId xmlns:a16="http://schemas.microsoft.com/office/drawing/2014/main" id="{3F8ACB4F-E132-97B5-797E-ADFB9AC83456}"/>
              </a:ext>
            </a:extLst>
          </p:cNvPr>
          <p:cNvSpPr>
            <a:spLocks noGrp="1"/>
          </p:cNvSpPr>
          <p:nvPr>
            <p:ph type="pic" sz="quarter" idx="18"/>
          </p:nvPr>
        </p:nvSpPr>
        <p:spPr>
          <a:xfrm>
            <a:off x="616658" y="685807"/>
            <a:ext cx="4864608" cy="5486377"/>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89903" y="2650330"/>
            <a:ext cx="5486400" cy="3521854"/>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60415657-C9CC-A8DC-C841-09A42AC901EC}"/>
              </a:ext>
            </a:extLst>
          </p:cNvPr>
          <p:cNvCxnSpPr>
            <a:cxnSpLocks/>
          </p:cNvCxnSpPr>
          <p:nvPr userDrawn="1"/>
        </p:nvCxnSpPr>
        <p:spPr>
          <a:xfrm>
            <a:off x="6089903" y="236221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7">
            <a:extLst>
              <a:ext uri="{FF2B5EF4-FFF2-40B4-BE49-F238E27FC236}">
                <a16:creationId xmlns:a16="http://schemas.microsoft.com/office/drawing/2014/main" id="{D65827FC-FBF0-2A7B-2AE9-11D916DB970C}"/>
              </a:ext>
            </a:extLst>
          </p:cNvPr>
          <p:cNvSpPr>
            <a:spLocks noGrp="1"/>
          </p:cNvSpPr>
          <p:nvPr>
            <p:ph type="ftr" sz="quarter" idx="15"/>
          </p:nvPr>
        </p:nvSpPr>
        <p:spPr>
          <a:xfrm>
            <a:off x="612647" y="6343955"/>
            <a:ext cx="2805405" cy="365125"/>
          </a:xfrm>
        </p:spPr>
        <p:txBody>
          <a:bodyPr>
            <a:noAutofit/>
          </a:bodyPr>
          <a:lstStyle/>
          <a:p>
            <a:r>
              <a:rPr lang="en-US" dirty="0"/>
              <a:t>Sample Footer Text</a:t>
            </a:r>
          </a:p>
        </p:txBody>
      </p:sp>
      <p:sp>
        <p:nvSpPr>
          <p:cNvPr id="3" name="Date Placeholder 6">
            <a:extLst>
              <a:ext uri="{FF2B5EF4-FFF2-40B4-BE49-F238E27FC236}">
                <a16:creationId xmlns:a16="http://schemas.microsoft.com/office/drawing/2014/main" id="{7D3F37AD-0904-9EC0-EFEE-899B457A4536}"/>
              </a:ext>
            </a:extLst>
          </p:cNvPr>
          <p:cNvSpPr>
            <a:spLocks noGrp="1"/>
          </p:cNvSpPr>
          <p:nvPr>
            <p:ph type="dt" sz="half" idx="19"/>
          </p:nvPr>
        </p:nvSpPr>
        <p:spPr>
          <a:xfrm>
            <a:off x="8893929" y="6343955"/>
            <a:ext cx="2202644" cy="365125"/>
          </a:xfrm>
        </p:spPr>
        <p:txBody>
          <a:bodyPr>
            <a:noAutofit/>
          </a:bodyPr>
          <a:lstStyle/>
          <a:p>
            <a:fld id="{5888334B-5C34-4E7E-A4B0-3A19575F6DD8}" type="datetime1">
              <a:rPr lang="en-US" smtClean="0"/>
              <a:t>11/1/2025</a:t>
            </a:fld>
            <a:endParaRPr lang="en-US"/>
          </a:p>
        </p:txBody>
      </p:sp>
      <p:sp>
        <p:nvSpPr>
          <p:cNvPr id="6" name="Slide Number Placeholder 8">
            <a:extLst>
              <a:ext uri="{FF2B5EF4-FFF2-40B4-BE49-F238E27FC236}">
                <a16:creationId xmlns:a16="http://schemas.microsoft.com/office/drawing/2014/main" id="{655EC9E8-1A84-6C33-ADB3-D40020F50907}"/>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425829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dirty="0"/>
              <a:t>Click to edit Master title style</a:t>
            </a:r>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3CC8FB4D-92F2-4C28-8BFC-2AE0229C3E9A}" type="datetime1">
              <a:rPr lang="en-US" smtClean="0"/>
              <a:t>11/1/2025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097962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891102"/>
          </a:xfrm>
        </p:spPr>
        <p:txBody>
          <a:bodyPr anchor="b">
            <a:noAutofit/>
          </a:bodyPr>
          <a:lstStyle>
            <a:lvl1pPr>
              <a:defRPr sz="5400"/>
            </a:lvl1pPr>
          </a:lstStyle>
          <a:p>
            <a:r>
              <a:rPr lang="en-US" dirty="0"/>
              <a:t>Click to edit Master title style</a:t>
            </a:r>
          </a:p>
        </p:txBody>
      </p:sp>
      <p:sp>
        <p:nvSpPr>
          <p:cNvPr id="9" name="Picture Placeholder 8">
            <a:extLst>
              <a:ext uri="{FF2B5EF4-FFF2-40B4-BE49-F238E27FC236}">
                <a16:creationId xmlns:a16="http://schemas.microsoft.com/office/drawing/2014/main" id="{2EC4665C-5805-BDA9-0EA4-387D86C88ABA}"/>
              </a:ext>
            </a:extLst>
          </p:cNvPr>
          <p:cNvSpPr>
            <a:spLocks noGrp="1"/>
          </p:cNvSpPr>
          <p:nvPr>
            <p:ph type="pic" sz="quarter" idx="15"/>
          </p:nvPr>
        </p:nvSpPr>
        <p:spPr>
          <a:xfrm>
            <a:off x="612647" y="2057400"/>
            <a:ext cx="2740153" cy="4091502"/>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10001" y="2057400"/>
            <a:ext cx="7766302" cy="4091502"/>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7B708C30-1428-4C16-AD49-DE42CFEA37BF}" type="datetime1">
              <a:rPr lang="en-US" smtClean="0"/>
              <a:t>11/1/2025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850194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1DA757D-A9AE-985A-6EEE-C02E46D45DC9}"/>
              </a:ext>
            </a:extLst>
          </p:cNvPr>
          <p:cNvSpPr/>
          <p:nvPr/>
        </p:nvSpPr>
        <p:spPr>
          <a:xfrm>
            <a:off x="11250895" y="43434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4"/>
            </a:solidFill>
            <a:prstDash val="solid"/>
            <a:miter/>
          </a:ln>
        </p:spPr>
        <p:txBody>
          <a:bodyPr rtlCol="0" anchor="ctr"/>
          <a:lstStyle/>
          <a:p>
            <a:pPr algn="l" rtl="0"/>
            <a:endParaRPr lang="en-US"/>
          </a:p>
        </p:txBody>
      </p:sp>
      <p:sp>
        <p:nvSpPr>
          <p:cNvPr id="8" name="Freeform: Shape 7">
            <a:extLst>
              <a:ext uri="{FF2B5EF4-FFF2-40B4-BE49-F238E27FC236}">
                <a16:creationId xmlns:a16="http://schemas.microsoft.com/office/drawing/2014/main" id="{271E517F-7D77-FEA1-94A2-D8522A1BF181}"/>
              </a:ext>
            </a:extLst>
          </p:cNvPr>
          <p:cNvSpPr/>
          <p:nvPr/>
        </p:nvSpPr>
        <p:spPr>
          <a:xfrm>
            <a:off x="685800" y="46938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4"/>
            </a:solidFill>
            <a:prstDash val="solid"/>
            <a:miter/>
          </a:ln>
        </p:spPr>
        <p:txBody>
          <a:bodyPr rtlCol="0" anchor="ctr"/>
          <a:lstStyle/>
          <a:p>
            <a:pPr algn="l" rtl="0"/>
            <a:endParaRPr lang="en-US"/>
          </a:p>
        </p:txBody>
      </p:sp>
      <p:sp>
        <p:nvSpPr>
          <p:cNvPr id="11" name="Freeform: Shape 10">
            <a:extLst>
              <a:ext uri="{FF2B5EF4-FFF2-40B4-BE49-F238E27FC236}">
                <a16:creationId xmlns:a16="http://schemas.microsoft.com/office/drawing/2014/main" id="{562EAE4C-19D0-A0E4-1FDC-967BD2694E6F}"/>
              </a:ext>
            </a:extLst>
          </p:cNvPr>
          <p:cNvSpPr/>
          <p:nvPr/>
        </p:nvSpPr>
        <p:spPr>
          <a:xfrm>
            <a:off x="10998565" y="44258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4"/>
            </a:solidFill>
            <a:prstDash val="solid"/>
            <a:miter/>
          </a:ln>
        </p:spPr>
        <p:txBody>
          <a:bodyPr rtlCol="0" anchor="ctr"/>
          <a:lstStyle/>
          <a:p>
            <a:pPr algn="l" rtl="0"/>
            <a:endParaRPr lang="en-US"/>
          </a:p>
        </p:txBody>
      </p:sp>
      <p:sp>
        <p:nvSpPr>
          <p:cNvPr id="12" name="Freeform: Shape 11">
            <a:extLst>
              <a:ext uri="{FF2B5EF4-FFF2-40B4-BE49-F238E27FC236}">
                <a16:creationId xmlns:a16="http://schemas.microsoft.com/office/drawing/2014/main" id="{77E35C93-E0FF-6186-7502-985D78DA9B28}"/>
              </a:ext>
            </a:extLst>
          </p:cNvPr>
          <p:cNvSpPr/>
          <p:nvPr/>
        </p:nvSpPr>
        <p:spPr>
          <a:xfrm>
            <a:off x="10976145" y="44258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4"/>
            </a:solidFill>
            <a:prstDash val="solid"/>
            <a:miter/>
          </a:ln>
        </p:spPr>
        <p:txBody>
          <a:bodyPr rtlCol="0" anchor="ctr"/>
          <a:lstStyle/>
          <a:p>
            <a:pPr algn="l" rtl="0"/>
            <a:endParaRPr lang="en-US"/>
          </a:p>
        </p:txBody>
      </p:sp>
      <p:sp>
        <p:nvSpPr>
          <p:cNvPr id="15" name="Title 14">
            <a:extLst>
              <a:ext uri="{FF2B5EF4-FFF2-40B4-BE49-F238E27FC236}">
                <a16:creationId xmlns:a16="http://schemas.microsoft.com/office/drawing/2014/main" id="{D4E889F8-D8CB-1564-17A8-26A2F4258445}"/>
              </a:ext>
            </a:extLst>
          </p:cNvPr>
          <p:cNvSpPr>
            <a:spLocks noGrp="1"/>
          </p:cNvSpPr>
          <p:nvPr>
            <p:ph type="title"/>
          </p:nvPr>
        </p:nvSpPr>
        <p:spPr>
          <a:xfrm>
            <a:off x="612649" y="502546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3" name="Content Placeholder 12">
            <a:extLst>
              <a:ext uri="{FF2B5EF4-FFF2-40B4-BE49-F238E27FC236}">
                <a16:creationId xmlns:a16="http://schemas.microsoft.com/office/drawing/2014/main" id="{13B51AE5-91E2-069A-7DF2-EB394DA25E2D}"/>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lgn="l" rtl="0">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lgn="r" rtl="0">
              <a:defRPr>
                <a:solidFill>
                  <a:schemeClr val="tx1"/>
                </a:solidFill>
              </a:defRPr>
            </a:lvl1pPr>
          </a:lstStyle>
          <a:p>
            <a:fld id="{DCE8854E-90F8-4761-A9B8-18B1C5A3D25C}" type="datetime1">
              <a:rPr lang="en-US" smtClean="0"/>
              <a:pPr/>
              <a:t>11/1/2025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lgn="r" rtl="0">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51120387"/>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FE73F6F-B481-328B-CE64-8485DC66B8EA}"/>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57D968F-BFC6-694E-9A7C-A113E7DEBF65}"/>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77A14AD-A403-0816-9FED-F4E7BB405B17}"/>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C5DE6E3-5C5B-04A2-6D84-63D852F6062A}"/>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13" name="Title 12">
            <a:extLst>
              <a:ext uri="{FF2B5EF4-FFF2-40B4-BE49-F238E27FC236}">
                <a16:creationId xmlns:a16="http://schemas.microsoft.com/office/drawing/2014/main" id="{6D258FD5-5B6B-DBB1-0F00-D02C71197F95}"/>
              </a:ext>
            </a:extLst>
          </p:cNvPr>
          <p:cNvSpPr>
            <a:spLocks noGrp="1"/>
          </p:cNvSpPr>
          <p:nvPr>
            <p:ph type="title"/>
          </p:nvPr>
        </p:nvSpPr>
        <p:spPr>
          <a:xfrm>
            <a:off x="612648" y="4859867"/>
            <a:ext cx="9144000" cy="1097280"/>
          </a:xfrm>
        </p:spPr>
        <p:txBody>
          <a:bodyPr anchor="t">
            <a:normAutofit/>
          </a:bodyPr>
          <a:lstStyle>
            <a:lvl1pPr>
              <a:lnSpc>
                <a:spcPct val="110000"/>
              </a:lnSpc>
              <a:defRPr sz="1800" cap="none" baseline="0"/>
            </a:lvl1pPr>
          </a:lstStyle>
          <a:p>
            <a:r>
              <a:rPr lang="en-US" dirty="0"/>
              <a:t>Click to edit Master title style</a:t>
            </a:r>
          </a:p>
        </p:txBody>
      </p:sp>
      <p:sp>
        <p:nvSpPr>
          <p:cNvPr id="8" name="Content Placeholder 12">
            <a:extLst>
              <a:ext uri="{FF2B5EF4-FFF2-40B4-BE49-F238E27FC236}">
                <a16:creationId xmlns:a16="http://schemas.microsoft.com/office/drawing/2014/main" id="{196BB08E-5668-89FF-C0AE-D8A83C783F77}"/>
              </a:ext>
            </a:extLst>
          </p:cNvPr>
          <p:cNvSpPr>
            <a:spLocks noGrp="1"/>
          </p:cNvSpPr>
          <p:nvPr>
            <p:ph sz="quarter" idx="15" hasCustomPrompt="1"/>
          </p:nvPr>
        </p:nvSpPr>
        <p:spPr>
          <a:xfrm>
            <a:off x="582484" y="1600199"/>
            <a:ext cx="9171115" cy="3259668"/>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defRPr>
                <a:solidFill>
                  <a:schemeClr val="tx1"/>
                </a:solidFill>
              </a:defRPr>
            </a:lvl1pPr>
          </a:lstStyle>
          <a:p>
            <a:fld id="{53DF09C0-6535-4055-81CC-988E059C8EEC}" type="datetime1">
              <a:rPr lang="en-US" smtClean="0"/>
              <a:t>11/1/2025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47274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1">
            <a:lumMod val="50000"/>
          </a:schemeClr>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32C402C-8B4C-3690-6875-FE157681B853}"/>
              </a:ext>
            </a:extLst>
          </p:cNvPr>
          <p:cNvSpPr>
            <a:spLocks noGrp="1"/>
          </p:cNvSpPr>
          <p:nvPr>
            <p:ph type="title"/>
          </p:nvPr>
        </p:nvSpPr>
        <p:spPr>
          <a:xfrm>
            <a:off x="612648" y="525780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4" name="Content Placeholder 12">
            <a:extLst>
              <a:ext uri="{FF2B5EF4-FFF2-40B4-BE49-F238E27FC236}">
                <a16:creationId xmlns:a16="http://schemas.microsoft.com/office/drawing/2014/main" id="{C80DC0CF-9044-3D55-7D8F-4CD97232E3E8}"/>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p>
            <a:fld id="{B85187EE-7BBC-405E-B3F5-9C3E88970356}" type="datetime1">
              <a:rPr lang="en-US" smtClean="0"/>
              <a:t>11/1/2025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6" name="Freeform: Shape 5">
            <a:extLst>
              <a:ext uri="{FF2B5EF4-FFF2-40B4-BE49-F238E27FC236}">
                <a16:creationId xmlns:a16="http://schemas.microsoft.com/office/drawing/2014/main" id="{1B480B90-B64C-0559-ACB2-7DBB57135C77}"/>
              </a:ext>
            </a:extLst>
          </p:cNvPr>
          <p:cNvSpPr/>
          <p:nvPr/>
        </p:nvSpPr>
        <p:spPr>
          <a:xfrm>
            <a:off x="11250895" y="456206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2"/>
            </a:solid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CD2E866D-D29F-1CC5-14B2-BB24F10745FE}"/>
              </a:ext>
            </a:extLst>
          </p:cNvPr>
          <p:cNvSpPr/>
          <p:nvPr/>
        </p:nvSpPr>
        <p:spPr>
          <a:xfrm>
            <a:off x="685800" y="491255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FA0DC7F-E416-CA3E-E389-945D5FA32CC9}"/>
              </a:ext>
            </a:extLst>
          </p:cNvPr>
          <p:cNvSpPr/>
          <p:nvPr/>
        </p:nvSpPr>
        <p:spPr>
          <a:xfrm>
            <a:off x="10998565" y="464449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2D9CC5C-2252-AB09-49B5-FD1BE0E74E30}"/>
              </a:ext>
            </a:extLst>
          </p:cNvPr>
          <p:cNvSpPr/>
          <p:nvPr/>
        </p:nvSpPr>
        <p:spPr>
          <a:xfrm>
            <a:off x="10976145" y="464449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210800512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979D7E7-81D7-BD45-ADEC-E83F7EF73EC8}"/>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6D6EAAA-843B-4F5B-47BF-3A0B75B59A45}"/>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5A4CCB8-341A-D7B3-2B2F-C6943129C281}"/>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A1B2662-9528-65C6-986B-EA4135BF4CA6}"/>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10972800" cy="4514529"/>
          </a:xfrm>
        </p:spPr>
        <p:txBody>
          <a:bodyPr anchor="t">
            <a:noAutofit/>
          </a:bodyPr>
          <a:lstStyle>
            <a:lvl1pPr marL="0" indent="0">
              <a:lnSpc>
                <a:spcPct val="90000"/>
              </a:lnSpc>
              <a:buNone/>
              <a:defRPr sz="7000" b="0" i="0" cap="all" baseline="0">
                <a:latin typeface="+mn-lt"/>
              </a:defRPr>
            </a:lvl1pPr>
            <a:lvl2pPr marL="228600" indent="0">
              <a:lnSpc>
                <a:spcPct val="90000"/>
              </a:lnSpc>
              <a:buNone/>
              <a:defRPr sz="7000" b="0" i="0" cap="all" baseline="0">
                <a:latin typeface="+mn-lt"/>
              </a:defRPr>
            </a:lvl2pPr>
            <a:lvl3pPr marL="457200" indent="0">
              <a:lnSpc>
                <a:spcPct val="90000"/>
              </a:lnSpc>
              <a:buNone/>
              <a:defRPr sz="7000" b="0" i="0" cap="all" baseline="0">
                <a:latin typeface="+mn-lt"/>
              </a:defRPr>
            </a:lvl3pPr>
            <a:lvl4pPr marL="685800" indent="0">
              <a:lnSpc>
                <a:spcPct val="90000"/>
              </a:lnSpc>
              <a:buNone/>
              <a:defRPr sz="7000" b="0" i="0" cap="all" baseline="0">
                <a:latin typeface="+mn-lt"/>
              </a:defRPr>
            </a:lvl4pPr>
            <a:lvl5pPr marL="914400" indent="0">
              <a:lnSpc>
                <a:spcPct val="90000"/>
              </a:lnSpc>
              <a:buNone/>
              <a:defRPr sz="7000" b="0" i="0" cap="all" baseline="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967A35BA-41D5-4E87-94C2-E365E2A3656B}" type="datetime1">
              <a:rPr lang="en-US" smtClean="0"/>
              <a:t>11/1/2025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51112780"/>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0572EAA-9C03-6737-7961-89F7D9E127AC}"/>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D2A1F66-1FB1-8357-178D-CB1C0F8B7E56}"/>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D8E75-63C0-8CE8-7E5A-37E4E429140F}"/>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9DF1B2A2-FEB2-CC42-0F0F-71CD13535424}"/>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85800"/>
            <a:ext cx="10972800" cy="4572000"/>
          </a:xfrm>
        </p:spPr>
        <p:txBody>
          <a:bodyPr vert="horz" lIns="91440" tIns="45720" rIns="91440" bIns="45720" rtlCol="0" anchor="t">
            <a:noAutofit/>
          </a:bodyPr>
          <a:lstStyle>
            <a:lvl1pPr marL="0" indent="0">
              <a:lnSpc>
                <a:spcPct val="90000"/>
              </a:lnSpc>
              <a:buNone/>
              <a:defRPr lang="en-US" sz="7000" b="0" i="0" cap="all" baseline="0" dirty="0">
                <a:latin typeface="+mn-lt"/>
              </a:defRPr>
            </a:lvl1pPr>
            <a:lvl2pPr marL="228600" indent="0">
              <a:lnSpc>
                <a:spcPct val="90000"/>
              </a:lnSpc>
              <a:buNone/>
              <a:defRPr lang="en-US" sz="7000" b="0" i="0" cap="all" baseline="0" dirty="0">
                <a:latin typeface="+mn-lt"/>
              </a:defRPr>
            </a:lvl2pPr>
            <a:lvl3pPr marL="457200" indent="0">
              <a:lnSpc>
                <a:spcPct val="90000"/>
              </a:lnSpc>
              <a:buNone/>
              <a:defRPr lang="en-US" sz="7000" b="0" i="0" cap="all" baseline="0" dirty="0">
                <a:latin typeface="+mn-lt"/>
              </a:defRPr>
            </a:lvl3pPr>
            <a:lvl4pPr marL="685800" indent="0">
              <a:lnSpc>
                <a:spcPct val="90000"/>
              </a:lnSpc>
              <a:buNone/>
              <a:defRPr lang="en-US" sz="7000" b="0" i="0" cap="all" baseline="0" dirty="0">
                <a:latin typeface="+mn-lt"/>
              </a:defRPr>
            </a:lvl4pPr>
            <a:lvl5pPr marL="914400" indent="0">
              <a:lnSpc>
                <a:spcPct val="90000"/>
              </a:lnSpc>
              <a:buNone/>
              <a:defRPr lang="en-US" sz="7000" b="0" i="0" cap="all" baseline="0" dirty="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DA4345C7-9F39-4767-92C9-EBF29396D0A9}" type="datetime1">
              <a:rPr lang="en-US" smtClean="0"/>
              <a:t>11/1/2025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94551634"/>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2"/>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22479" y="685800"/>
            <a:ext cx="9140953" cy="2699775"/>
          </a:xfrm>
        </p:spPr>
        <p:txBody>
          <a:bodyPr anchor="t">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4A6891D2-C712-4357-A4F9-7362E459A272}" type="datetime1">
              <a:rPr lang="en-US" smtClean="0"/>
              <a:pPr/>
              <a:t>11/1/2025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8" name="Freeform: Shape 7">
            <a:extLst>
              <a:ext uri="{FF2B5EF4-FFF2-40B4-BE49-F238E27FC236}">
                <a16:creationId xmlns:a16="http://schemas.microsoft.com/office/drawing/2014/main" id="{FE594965-EF4A-40C0-FED1-CF5564CED970}"/>
              </a:ext>
            </a:extLst>
          </p:cNvPr>
          <p:cNvSpPr/>
          <p:nvPr/>
        </p:nvSpPr>
        <p:spPr>
          <a:xfrm>
            <a:off x="11250895" y="456206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69DE90F9-432C-AEEC-88D5-177A0E299391}"/>
              </a:ext>
            </a:extLst>
          </p:cNvPr>
          <p:cNvSpPr/>
          <p:nvPr/>
        </p:nvSpPr>
        <p:spPr>
          <a:xfrm>
            <a:off x="685800" y="491255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78ECD3CD-C697-A46B-71F2-D64BD77C395C}"/>
              </a:ext>
            </a:extLst>
          </p:cNvPr>
          <p:cNvSpPr/>
          <p:nvPr/>
        </p:nvSpPr>
        <p:spPr>
          <a:xfrm>
            <a:off x="10998565" y="464449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46793A7-6512-567E-DAFF-BB4A63B89DC3}"/>
              </a:ext>
            </a:extLst>
          </p:cNvPr>
          <p:cNvSpPr/>
          <p:nvPr/>
        </p:nvSpPr>
        <p:spPr>
          <a:xfrm>
            <a:off x="10976145" y="464449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6" name="Title 5">
            <a:extLst>
              <a:ext uri="{FF2B5EF4-FFF2-40B4-BE49-F238E27FC236}">
                <a16:creationId xmlns:a16="http://schemas.microsoft.com/office/drawing/2014/main" id="{A66A0D5A-6B2D-15B8-4FC0-30535DF01217}"/>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17991821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4"/>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D86F34B-87C2-AC58-5483-78C0E5DB477C}"/>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B6B59A7-7C3C-7431-CC9A-51EFBA257959}"/>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2D0661-BB9A-E751-A4EB-2C95BF96A560}"/>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bg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09A5AB9-86E5-2BD1-8EFC-49C204619282}"/>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bg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7" y="1600200"/>
            <a:ext cx="10055353" cy="3657601"/>
          </a:xfrm>
        </p:spPr>
        <p:txBody>
          <a:bodyPr anchor="b">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234566FD-24FB-4338-A35C-D9AE347B4F66}" type="datetime1">
              <a:rPr lang="en-US" smtClean="0"/>
              <a:pPr/>
              <a:t>11/1/2025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5">
            <a:extLst>
              <a:ext uri="{FF2B5EF4-FFF2-40B4-BE49-F238E27FC236}">
                <a16:creationId xmlns:a16="http://schemas.microsoft.com/office/drawing/2014/main" id="{A4A8879E-F637-BA38-C325-517B59E125EE}"/>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160219630"/>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0ED10B2-4172-93C9-B408-242DDBA504A8}"/>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CF4AA95-C597-81F0-35EA-96B5BA7A12BB}"/>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37871-D86F-9BA6-1D96-9B3392C2F247}"/>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B203EFA-FE43-9B63-5768-4A3FD1509639}"/>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868680"/>
            <a:ext cx="9140952" cy="3660746"/>
          </a:xfrm>
        </p:spPr>
        <p:txBody>
          <a:bodyPr anchor="ctr">
            <a:noAutofit/>
          </a:bodyPr>
          <a:lstStyle>
            <a:lvl1pPr marL="164592" indent="-164592">
              <a:lnSpc>
                <a:spcPct val="11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02BF1DD-1BF4-406D-9906-B4846BCC8D55}" type="datetime1">
              <a:rPr lang="en-US" smtClean="0"/>
              <a:pPr/>
              <a:t>11/1/2025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12">
            <a:extLst>
              <a:ext uri="{FF2B5EF4-FFF2-40B4-BE49-F238E27FC236}">
                <a16:creationId xmlns:a16="http://schemas.microsoft.com/office/drawing/2014/main" id="{F259B8E5-883A-B6CE-4C6C-F6F48B038CDE}"/>
              </a:ext>
            </a:extLst>
          </p:cNvPr>
          <p:cNvSpPr>
            <a:spLocks noGrp="1"/>
          </p:cNvSpPr>
          <p:nvPr>
            <p:ph type="title" hasCustomPrompt="1"/>
          </p:nvPr>
        </p:nvSpPr>
        <p:spPr>
          <a:xfrm>
            <a:off x="612648" y="4617720"/>
            <a:ext cx="9140951" cy="788609"/>
          </a:xfrm>
        </p:spPr>
        <p:txBody>
          <a:bodyPr anchor="t">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2918804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1133170"/>
          </a:xfrm>
        </p:spPr>
        <p:txBody>
          <a:bodyPr anchor="b">
            <a:noAutofit/>
          </a:bodyPr>
          <a:lstStyle/>
          <a:p>
            <a:r>
              <a:rPr lang="en-US" dirty="0"/>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965960"/>
            <a:ext cx="5074920"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470969" y="1965960"/>
            <a:ext cx="5075237" cy="4195763"/>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CD0A52C9-A7D6-4EB8-8F3D-1519181DDC1D}" type="datetime1">
              <a:rPr lang="en-US" smtClean="0"/>
              <a:t>11/1/2025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902439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A77448-F1DA-CAC1-9B05-8F5CE65586ED}"/>
              </a:ext>
            </a:extLst>
          </p:cNvPr>
          <p:cNvSpPr>
            <a:spLocks noGrp="1"/>
          </p:cNvSpPr>
          <p:nvPr>
            <p:ph type="title"/>
          </p:nvPr>
        </p:nvSpPr>
        <p:spPr>
          <a:xfrm>
            <a:off x="612647" y="685800"/>
            <a:ext cx="10963655" cy="1133170"/>
          </a:xfrm>
        </p:spPr>
        <p:txBody>
          <a:bodyPr anchor="b">
            <a:noAutofit/>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40080" y="1878566"/>
            <a:ext cx="5074920"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97572" y="1878566"/>
            <a:ext cx="5075556"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514600"/>
            <a:ext cx="5075238" cy="36591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97572" y="2514600"/>
            <a:ext cx="5075556" cy="36591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noAutofit/>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noAutofit/>
          </a:bodyPr>
          <a:lstStyle/>
          <a:p>
            <a:fld id="{2E9CE581-A048-42A8-B14C-488A3338D2F0}" type="datetime1">
              <a:rPr lang="en-US" smtClean="0"/>
              <a:t>11/1/2025</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853536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F5184-1DAA-DFF4-A408-3D5DD1517148}"/>
              </a:ext>
            </a:extLst>
          </p:cNvPr>
          <p:cNvSpPr>
            <a:spLocks noGrp="1"/>
          </p:cNvSpPr>
          <p:nvPr>
            <p:ph type="title"/>
          </p:nvPr>
        </p:nvSpPr>
        <p:spPr>
          <a:xfrm>
            <a:off x="612647" y="685800"/>
            <a:ext cx="10963655" cy="1133170"/>
          </a:xfrm>
        </p:spPr>
        <p:txBody>
          <a:bodyPr anchor="b">
            <a:noAutofit/>
          </a:bodyPr>
          <a:lstStyle/>
          <a:p>
            <a:r>
              <a:rPr lang="en-US" dirty="0"/>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fld id="{F37B15FB-E45F-4977-9C40-BB6531CE6EA6}" type="datetime1">
              <a:rPr lang="en-US" smtClean="0"/>
              <a:t>11/1/2025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81525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noAutofit/>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noAutofit/>
          </a:bodyPr>
          <a:lstStyle/>
          <a:p>
            <a:fld id="{18922BC5-E711-4A36-A80E-0A418F83672D}" type="datetime1">
              <a:rPr lang="en-US" smtClean="0"/>
              <a:t>11/1/2025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259901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A9EA653-B766-E096-036C-1C173E2991BD}"/>
              </a:ext>
            </a:extLst>
          </p:cNvPr>
          <p:cNvSpPr>
            <a:spLocks noGrp="1"/>
          </p:cNvSpPr>
          <p:nvPr>
            <p:ph type="title"/>
          </p:nvPr>
        </p:nvSpPr>
        <p:spPr>
          <a:xfrm>
            <a:off x="612647" y="685800"/>
            <a:ext cx="3654553" cy="3643916"/>
          </a:xfrm>
        </p:spPr>
        <p:txBody>
          <a:bodyPr anchor="t">
            <a:noAutofit/>
          </a:bodyPr>
          <a:lstStyle>
            <a:lvl1pPr>
              <a:defRPr sz="5400"/>
            </a:lvl1pPr>
          </a:lstStyle>
          <a:p>
            <a:r>
              <a:rPr lang="en-US" dirty="0"/>
              <a:t>Click to edit Master title style</a:t>
            </a:r>
          </a:p>
        </p:txBody>
      </p:sp>
      <p:sp>
        <p:nvSpPr>
          <p:cNvPr id="9" name="Text Placeholder 3">
            <a:extLst>
              <a:ext uri="{FF2B5EF4-FFF2-40B4-BE49-F238E27FC236}">
                <a16:creationId xmlns:a16="http://schemas.microsoft.com/office/drawing/2014/main" id="{31845593-CC30-27D6-3F82-E2BA784C49F2}"/>
              </a:ext>
            </a:extLst>
          </p:cNvPr>
          <p:cNvSpPr>
            <a:spLocks noGrp="1"/>
          </p:cNvSpPr>
          <p:nvPr>
            <p:ph type="body" sz="half" idx="2"/>
          </p:nvPr>
        </p:nvSpPr>
        <p:spPr>
          <a:xfrm>
            <a:off x="612647" y="4526280"/>
            <a:ext cx="3654553" cy="1621111"/>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76801" y="685800"/>
            <a:ext cx="6699502" cy="5486400"/>
          </a:xfrm>
        </p:spPr>
        <p:txBody>
          <a:bodyPr vert="horz" lIns="91440" tIns="45720" rIns="91440" bIns="4572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noAutofit/>
          </a:bodyPr>
          <a:lstStyle/>
          <a:p>
            <a:fld id="{81D94988-488B-40CC-9623-27A54F95F7B4}" type="datetime1">
              <a:rPr lang="en-US" smtClean="0"/>
              <a:t>11/1/2025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736543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85800"/>
            <a:ext cx="3654553" cy="3643916"/>
          </a:xfrm>
        </p:spPr>
        <p:txBody>
          <a:bodyPr anchor="t">
            <a:noAutofit/>
          </a:bodyPr>
          <a:lstStyle>
            <a:lvl1pPr>
              <a:defRPr sz="54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7" y="4526280"/>
            <a:ext cx="3654553" cy="1621111"/>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872039" y="685800"/>
            <a:ext cx="6699502" cy="5442639"/>
          </a:xfrm>
          <a:blipFill>
            <a:blip r:embed="rId2">
              <a:alphaModFix amt="6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noAutofit/>
          </a:bodyPr>
          <a:lstStyle/>
          <a:p>
            <a:fld id="{FA3C7011-18F0-49E4-85C9-3E22BE44E3EB}" type="datetime1">
              <a:rPr lang="en-US" smtClean="0"/>
              <a:t>11/1/2025</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318831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72800" cy="1828800"/>
          </a:xfrm>
        </p:spPr>
        <p:txBody>
          <a:bodyPr anchor="b">
            <a:noAutofit/>
          </a:bodyPr>
          <a:lstStyle>
            <a:lvl1pPr>
              <a:defRPr sz="90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10972800" cy="2743198"/>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9" name="Straight Connector 8">
            <a:extLst>
              <a:ext uri="{FF2B5EF4-FFF2-40B4-BE49-F238E27FC236}">
                <a16:creationId xmlns:a16="http://schemas.microsoft.com/office/drawing/2014/main" id="{A07EC6D5-3C89-D412-4A74-4DD843571D29}"/>
              </a:ext>
            </a:extLst>
          </p:cNvPr>
          <p:cNvCxnSpPr/>
          <p:nvPr userDrawn="1"/>
        </p:nvCxnSpPr>
        <p:spPr>
          <a:xfrm>
            <a:off x="621792" y="2895600"/>
            <a:ext cx="10963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8B1E6060-C53E-4F28-8D83-0C4FB26C4A3F}" type="datetime1">
              <a:rPr lang="en-US" smtClean="0"/>
              <a:t>11/1/2025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94120587"/>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AB975A1-C2E9-D1D4-3C6F-7296B13798B1}"/>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243F218-F67B-B464-9035-A6AA389E6224}"/>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1F0E05A-E796-C1AE-DCB2-706459874FC1}"/>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863187-9C01-45D7-5737-0DEACAA80C83}"/>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8226424" cy="3725056"/>
          </a:xfrm>
        </p:spPr>
        <p:txBody>
          <a:bodyPr anchor="b">
            <a:noAutofit/>
          </a:bodyPr>
          <a:lstStyle>
            <a:lvl1pPr>
              <a:defRPr sz="9000"/>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7" y="4572000"/>
            <a:ext cx="8226424" cy="1608008"/>
          </a:xfrm>
        </p:spPr>
        <p:txBody>
          <a:bodyPr>
            <a:noAutofit/>
          </a:bodyPr>
          <a:lstStyle>
            <a:lvl1pPr marL="0" indent="0">
              <a:buNone/>
              <a:defRPr sz="1800"/>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D3D1E3E-5DD4-4BAD-A138-1254BF94C224}" type="datetime1">
              <a:rPr lang="en-US" smtClean="0"/>
              <a:t>11/1/2025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91053645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799"/>
            <a:ext cx="10963655" cy="914401"/>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00200"/>
            <a:ext cx="10963656" cy="4572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normAutofit/>
          </a:bodyPr>
          <a:lstStyle>
            <a:lvl1pPr algn="l" rtl="0">
              <a:defRPr sz="800" b="0" i="0" cap="all" baseline="0">
                <a:solidFill>
                  <a:schemeClr val="tx1"/>
                </a:solidFill>
                <a:latin typeface="+mn-lt"/>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7DF4F7BB-A1DF-4BD2-8D5B-CA9EB40127CE}" type="datetime1">
              <a:rPr lang="en-US" smtClean="0"/>
              <a:pPr/>
              <a:t>11/1/2025</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89949673"/>
      </p:ext>
    </p:extLst>
  </p:cSld>
  <p:clrMap bg1="lt1" tx1="dk1" bg2="lt2" tx2="dk2" accent1="accent1" accent2="accent2" accent3="accent3" accent4="accent4" accent5="accent5" accent6="accent6" hlink="hlink" folHlink="folHlink"/>
  <p:sldLayoutIdLst>
    <p:sldLayoutId id="2147484119" r:id="rId1"/>
    <p:sldLayoutId id="2147484115" r:id="rId2"/>
    <p:sldLayoutId id="2147484114" r:id="rId3"/>
    <p:sldLayoutId id="2147484116" r:id="rId4"/>
    <p:sldLayoutId id="2147484117" r:id="rId5"/>
    <p:sldLayoutId id="2147484118" r:id="rId6"/>
    <p:sldLayoutId id="2147484120" r:id="rId7"/>
    <p:sldLayoutId id="2147484121" r:id="rId8"/>
    <p:sldLayoutId id="2147484122" r:id="rId9"/>
    <p:sldLayoutId id="2147484169" r:id="rId10"/>
    <p:sldLayoutId id="2147484124" r:id="rId11"/>
    <p:sldLayoutId id="2147484125" r:id="rId12"/>
    <p:sldLayoutId id="2147484126" r:id="rId13"/>
    <p:sldLayoutId id="2147484127" r:id="rId14"/>
    <p:sldLayoutId id="2147484128" r:id="rId15"/>
    <p:sldLayoutId id="2147484129" r:id="rId16"/>
    <p:sldLayoutId id="2147484130" r:id="rId17"/>
    <p:sldLayoutId id="2147484131" r:id="rId18"/>
    <p:sldLayoutId id="2147484132" r:id="rId19"/>
    <p:sldLayoutId id="2147484133" r:id="rId20"/>
    <p:sldLayoutId id="2147484134" r:id="rId21"/>
    <p:sldLayoutId id="2147484135" r:id="rId22"/>
    <p:sldLayoutId id="2147484136" r:id="rId23"/>
    <p:sldLayoutId id="2147484137" r:id="rId24"/>
    <p:sldLayoutId id="2147484138" r:id="rId25"/>
    <p:sldLayoutId id="2147484139" r:id="rId26"/>
    <p:sldLayoutId id="2147484140" r:id="rId27"/>
    <p:sldLayoutId id="2147484141" r:id="rId28"/>
    <p:sldLayoutId id="2147484142" r:id="rId29"/>
    <p:sldLayoutId id="2147484143" r:id="rId30"/>
    <p:sldLayoutId id="2147484144" r:id="rId31"/>
    <p:sldLayoutId id="2147484145" r:id="rId32"/>
    <p:sldLayoutId id="2147484146" r:id="rId33"/>
    <p:sldLayoutId id="2147484147" r:id="rId34"/>
    <p:sldLayoutId id="2147484148" r:id="rId35"/>
    <p:sldLayoutId id="2147484149" r:id="rId36"/>
    <p:sldLayoutId id="2147484150" r:id="rId37"/>
    <p:sldLayoutId id="2147484152" r:id="rId38"/>
    <p:sldLayoutId id="2147484153" r:id="rId39"/>
    <p:sldLayoutId id="2147484157" r:id="rId40"/>
    <p:sldLayoutId id="2147484158" r:id="rId41"/>
    <p:sldLayoutId id="2147484159" r:id="rId42"/>
    <p:sldLayoutId id="2147484160" r:id="rId43"/>
    <p:sldLayoutId id="2147484161" r:id="rId44"/>
    <p:sldLayoutId id="2147484162" r:id="rId45"/>
    <p:sldLayoutId id="2147484163" r:id="rId46"/>
    <p:sldLayoutId id="2147484164" r:id="rId47"/>
    <p:sldLayoutId id="2147484165" r:id="rId48"/>
    <p:sldLayoutId id="2147484166" r:id="rId49"/>
    <p:sldLayoutId id="2147484167" r:id="rId50"/>
    <p:sldLayoutId id="2147484168" r:id="rId51"/>
  </p:sldLayoutIdLst>
  <p:hf sldNum="0" hdr="0" ftr="0" dt="0"/>
  <p:txStyles>
    <p:titleStyle>
      <a:lvl1pPr algn="l" defTabSz="914400" rtl="0" eaLnBrk="1" latinLnBrk="0" hangingPunct="1">
        <a:lnSpc>
          <a:spcPct val="80000"/>
        </a:lnSpc>
        <a:spcBef>
          <a:spcPct val="0"/>
        </a:spcBef>
        <a:buNone/>
        <a:defRPr sz="5400" b="0" i="0" kern="1200" cap="all" spc="0" baseline="0">
          <a:solidFill>
            <a:schemeClr val="tx2"/>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2"/>
          </a:solidFill>
          <a:latin typeface="+mn-lt"/>
          <a:ea typeface="+mn-ea"/>
          <a:cs typeface="+mn-cs"/>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2"/>
          </a:solidFill>
          <a:latin typeface="+mn-lt"/>
          <a:ea typeface="+mn-ea"/>
          <a:cs typeface="+mn-cs"/>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3pPr>
      <a:lvl4pPr marL="6858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4pPr>
      <a:lvl5pPr marL="9144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p15:clr>
            <a:srgbClr val="F26B43"/>
          </p15:clr>
        </p15:guide>
        <p15:guide id="28" pos="3840">
          <p15:clr>
            <a:srgbClr val="F26B43"/>
          </p15:clr>
        </p15:guide>
        <p15:guide id="29" pos="7296">
          <p15:clr>
            <a:srgbClr val="F26B43"/>
          </p15:clr>
        </p15:guide>
        <p15:guide id="30" pos="3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ADDF3-29BD-0B61-3D0A-8142654F101D}"/>
              </a:ext>
            </a:extLst>
          </p:cNvPr>
          <p:cNvSpPr>
            <a:spLocks noGrp="1"/>
          </p:cNvSpPr>
          <p:nvPr>
            <p:ph type="ctrTitle"/>
          </p:nvPr>
        </p:nvSpPr>
        <p:spPr>
          <a:xfrm>
            <a:off x="612646" y="1600200"/>
            <a:ext cx="10483927" cy="3492875"/>
          </a:xfrm>
        </p:spPr>
        <p:txBody>
          <a:bodyPr anchor="b">
            <a:normAutofit/>
          </a:bodyPr>
          <a:lstStyle/>
          <a:p>
            <a:r>
              <a:rPr lang="en-US" dirty="0"/>
              <a:t> Claims Vertical Support Process</a:t>
            </a:r>
          </a:p>
        </p:txBody>
      </p:sp>
    </p:spTree>
    <p:extLst>
      <p:ext uri="{BB962C8B-B14F-4D97-AF65-F5344CB8AC3E}">
        <p14:creationId xmlns:p14="http://schemas.microsoft.com/office/powerpoint/2010/main" val="558572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57C5206-38C3-4604-5A99-E763E56C7F6E}"/>
              </a:ext>
            </a:extLst>
          </p:cNvPr>
          <p:cNvSpPr>
            <a:spLocks noGrp="1"/>
          </p:cNvSpPr>
          <p:nvPr>
            <p:ph type="subTitle" idx="1"/>
          </p:nvPr>
        </p:nvSpPr>
        <p:spPr>
          <a:xfrm>
            <a:off x="533400" y="685800"/>
            <a:ext cx="10483927" cy="816864"/>
          </a:xfrm>
        </p:spPr>
        <p:txBody>
          <a:bodyPr/>
          <a:lstStyle/>
          <a:p>
            <a:r>
              <a:rPr lang="en-IN" sz="2800" dirty="0"/>
              <a:t>Table of Contents :</a:t>
            </a:r>
            <a:endParaRPr lang="en-IN" sz="2800" b="1" dirty="0"/>
          </a:p>
        </p:txBody>
      </p:sp>
      <p:sp>
        <p:nvSpPr>
          <p:cNvPr id="5" name="TextBox 4">
            <a:extLst>
              <a:ext uri="{FF2B5EF4-FFF2-40B4-BE49-F238E27FC236}">
                <a16:creationId xmlns:a16="http://schemas.microsoft.com/office/drawing/2014/main" id="{4B4C6732-2E81-B97C-1B89-BB38DD2DD503}"/>
              </a:ext>
            </a:extLst>
          </p:cNvPr>
          <p:cNvSpPr txBox="1"/>
          <p:nvPr/>
        </p:nvSpPr>
        <p:spPr>
          <a:xfrm>
            <a:off x="762000" y="1371600"/>
            <a:ext cx="9829800" cy="3139321"/>
          </a:xfrm>
          <a:prstGeom prst="rect">
            <a:avLst/>
          </a:prstGeom>
          <a:noFill/>
        </p:spPr>
        <p:txBody>
          <a:bodyPr wrap="square" rtlCol="0">
            <a:spAutoFit/>
          </a:bodyPr>
          <a:lstStyle/>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Customers in Claims Vertical</a:t>
            </a:r>
          </a:p>
          <a:p>
            <a:endParaRPr lang="en-US" dirty="0"/>
          </a:p>
          <a:p>
            <a:pPr marL="285750" indent="-285750">
              <a:buFont typeface="Arial" panose="020B0604020202020204" pitchFamily="34" charset="0"/>
              <a:buChar char="•"/>
            </a:pPr>
            <a:r>
              <a:rPr lang="en-IN" dirty="0"/>
              <a:t>Applications/Services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Incident Management levels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Ticket assignment groups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Minimum Information to be provided in SNOW ticket</a:t>
            </a:r>
          </a:p>
        </p:txBody>
      </p:sp>
    </p:spTree>
    <p:extLst>
      <p:ext uri="{BB962C8B-B14F-4D97-AF65-F5344CB8AC3E}">
        <p14:creationId xmlns:p14="http://schemas.microsoft.com/office/powerpoint/2010/main" val="166746912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5A818-3CA9-8176-ABF1-9DAB167EC107}"/>
              </a:ext>
            </a:extLst>
          </p:cNvPr>
          <p:cNvSpPr>
            <a:spLocks noGrp="1"/>
          </p:cNvSpPr>
          <p:nvPr>
            <p:ph type="ctrTitle"/>
          </p:nvPr>
        </p:nvSpPr>
        <p:spPr>
          <a:xfrm>
            <a:off x="609600" y="990600"/>
            <a:ext cx="10058400" cy="5029200"/>
          </a:xfrm>
        </p:spPr>
        <p:txBody>
          <a:bodyPr anchor="b">
            <a:normAutofit/>
          </a:bodyPr>
          <a:lstStyle/>
          <a:p>
            <a:r>
              <a:rPr lang="en-US"/>
              <a:t>Overview of Claims Vertical</a:t>
            </a:r>
          </a:p>
        </p:txBody>
      </p:sp>
    </p:spTree>
    <p:extLst>
      <p:ext uri="{BB962C8B-B14F-4D97-AF65-F5344CB8AC3E}">
        <p14:creationId xmlns:p14="http://schemas.microsoft.com/office/powerpoint/2010/main" val="23678886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B77C5-F355-865C-9538-787F9658EA74}"/>
              </a:ext>
            </a:extLst>
          </p:cNvPr>
          <p:cNvSpPr>
            <a:spLocks noGrp="1"/>
          </p:cNvSpPr>
          <p:nvPr>
            <p:ph type="title"/>
          </p:nvPr>
        </p:nvSpPr>
        <p:spPr>
          <a:xfrm>
            <a:off x="612647" y="685800"/>
            <a:ext cx="6858000" cy="1111532"/>
          </a:xfrm>
        </p:spPr>
        <p:txBody>
          <a:bodyPr anchor="b">
            <a:normAutofit/>
          </a:bodyPr>
          <a:lstStyle/>
          <a:p>
            <a:r>
              <a:rPr lang="en-US" sz="3800" dirty="0"/>
              <a:t>Customers in Claims Vertical</a:t>
            </a:r>
          </a:p>
        </p:txBody>
      </p:sp>
      <p:sp>
        <p:nvSpPr>
          <p:cNvPr id="4" name="Content Placeholder 3">
            <a:extLst>
              <a:ext uri="{FF2B5EF4-FFF2-40B4-BE49-F238E27FC236}">
                <a16:creationId xmlns:a16="http://schemas.microsoft.com/office/drawing/2014/main" id="{968E9D86-A833-FE5C-80F1-AB5FD149274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65960"/>
            <a:ext cx="6858000" cy="4200198"/>
          </a:xfrm>
        </p:spPr>
        <p:txBody>
          <a:bodyPr>
            <a:normAutofit/>
          </a:bodyPr>
          <a:lstStyle/>
          <a:p>
            <a:pPr marL="0" indent="0">
              <a:spcBef>
                <a:spcPts val="2500"/>
              </a:spcBef>
              <a:buFont typeface="Arial" panose="020B0604020202020204" pitchFamily="34" charset="0"/>
              <a:buNone/>
            </a:pPr>
            <a:r>
              <a:rPr lang="en-US" b="1" dirty="0"/>
              <a:t>International Customer Base</a:t>
            </a:r>
          </a:p>
          <a:p>
            <a:pPr marL="0" lvl="1" indent="0">
              <a:buFont typeface="Arial" panose="020B0604020202020204" pitchFamily="34" charset="0"/>
              <a:buNone/>
            </a:pPr>
            <a:r>
              <a:rPr dirty="0"/>
              <a:t>Claims vertical serves customers </a:t>
            </a:r>
            <a:r>
              <a:rPr lang="en-US" dirty="0"/>
              <a:t>from following region:</a:t>
            </a:r>
          </a:p>
          <a:p>
            <a:pPr marL="0" lvl="1" indent="0">
              <a:buFont typeface="Arial" panose="020B0604020202020204" pitchFamily="34" charset="0"/>
              <a:buNone/>
            </a:pPr>
            <a:endParaRPr lang="en-IN" dirty="0"/>
          </a:p>
          <a:p>
            <a:pPr marL="0" lvl="1"/>
            <a:r>
              <a:rPr lang="en-US" dirty="0"/>
              <a:t>• Italy</a:t>
            </a:r>
          </a:p>
          <a:p>
            <a:pPr marL="0" lvl="1"/>
            <a:r>
              <a:rPr lang="en-US" dirty="0"/>
              <a:t>• Australia</a:t>
            </a:r>
          </a:p>
          <a:p>
            <a:pPr marL="0" lvl="1"/>
            <a:r>
              <a:rPr lang="en-US" dirty="0"/>
              <a:t>• Germany</a:t>
            </a:r>
          </a:p>
          <a:p>
            <a:pPr marL="0" lvl="1"/>
            <a:r>
              <a:rPr lang="en-US" dirty="0"/>
              <a:t>• Switzerland</a:t>
            </a:r>
          </a:p>
        </p:txBody>
      </p:sp>
      <p:pic>
        <p:nvPicPr>
          <p:cNvPr id="5" name="Content Placeholder 4" descr="Connection concept with push pins on a world map">
            <a:extLst>
              <a:ext uri="{FF2B5EF4-FFF2-40B4-BE49-F238E27FC236}">
                <a16:creationId xmlns:a16="http://schemas.microsoft.com/office/drawing/2014/main" id="{657DF172-40DA-4AD6-81DA-ED9E3E5CAEC5}"/>
              </a:ext>
            </a:extLst>
          </p:cNvPr>
          <p:cNvPicPr>
            <a:picLocks noGrp="1" noChangeAspect="1"/>
          </p:cNvPicPr>
          <p:nvPr>
            <p:ph type="pic" sz="quarter" idx="13"/>
          </p:nvPr>
        </p:nvPicPr>
        <p:blipFill>
          <a:blip r:embed="rId3"/>
          <a:srcRect l="55803" r="4288" b="-1"/>
          <a:stretch>
            <a:fillRect/>
          </a:stretch>
        </p:blipFill>
        <p:spPr>
          <a:xfrm>
            <a:off x="8091732" y="10"/>
            <a:ext cx="4100267" cy="6857990"/>
          </a:xfrm>
          <a:prstGeom prst="rect">
            <a:avLst/>
          </a:prstGeom>
          <a:noFill/>
        </p:spPr>
      </p:pic>
    </p:spTree>
    <p:extLst>
      <p:ext uri="{BB962C8B-B14F-4D97-AF65-F5344CB8AC3E}">
        <p14:creationId xmlns:p14="http://schemas.microsoft.com/office/powerpoint/2010/main" val="3674474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08B3B-48E2-C4FB-C765-798EA84E265B}"/>
              </a:ext>
            </a:extLst>
          </p:cNvPr>
          <p:cNvSpPr>
            <a:spLocks noGrp="1"/>
          </p:cNvSpPr>
          <p:nvPr>
            <p:ph type="title"/>
          </p:nvPr>
        </p:nvSpPr>
        <p:spPr>
          <a:xfrm>
            <a:off x="609599" y="685800"/>
            <a:ext cx="4564763" cy="1426798"/>
          </a:xfrm>
        </p:spPr>
        <p:txBody>
          <a:bodyPr anchor="b">
            <a:normAutofit/>
          </a:bodyPr>
          <a:lstStyle/>
          <a:p>
            <a:r>
              <a:rPr lang="en-US" sz="3400" dirty="0"/>
              <a:t>Applications and Services in Claims Vertical</a:t>
            </a:r>
          </a:p>
        </p:txBody>
      </p:sp>
      <p:pic>
        <p:nvPicPr>
          <p:cNvPr id="5" name="Content Placeholder 4" descr="Internet Network of Connected Devices and Apps ">
            <a:extLst>
              <a:ext uri="{FF2B5EF4-FFF2-40B4-BE49-F238E27FC236}">
                <a16:creationId xmlns:a16="http://schemas.microsoft.com/office/drawing/2014/main" id="{C68CADBB-46FE-4244-8AAA-2952C2CF196E}"/>
              </a:ext>
            </a:extLst>
          </p:cNvPr>
          <p:cNvPicPr>
            <a:picLocks noGrp="1" noChangeAspect="1"/>
          </p:cNvPicPr>
          <p:nvPr>
            <p:ph type="pic" sz="quarter" idx="15"/>
          </p:nvPr>
        </p:nvPicPr>
        <p:blipFill>
          <a:blip r:embed="rId3"/>
          <a:stretch/>
        </p:blipFill>
        <p:spPr>
          <a:xfrm>
            <a:off x="609599" y="2809409"/>
            <a:ext cx="4564763" cy="3046979"/>
          </a:xfrm>
          <a:prstGeom prst="rect">
            <a:avLst/>
          </a:prstGeom>
          <a:noFill/>
        </p:spPr>
      </p:pic>
      <p:sp>
        <p:nvSpPr>
          <p:cNvPr id="4" name="Content Placeholder 3">
            <a:extLst>
              <a:ext uri="{FF2B5EF4-FFF2-40B4-BE49-F238E27FC236}">
                <a16:creationId xmlns:a16="http://schemas.microsoft.com/office/drawing/2014/main" id="{C38F6A92-993A-ADCD-FD1C-DC296E55D9B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90061" y="685800"/>
            <a:ext cx="5563740" cy="5029200"/>
          </a:xfrm>
        </p:spPr>
        <p:txBody>
          <a:bodyPr>
            <a:normAutofit/>
          </a:bodyPr>
          <a:lstStyle/>
          <a:p>
            <a:pPr marL="0" indent="0">
              <a:spcBef>
                <a:spcPts val="2500"/>
              </a:spcBef>
              <a:buFont typeface="Arial" panose="020B0604020202020204" pitchFamily="34" charset="0"/>
              <a:buNone/>
            </a:pPr>
            <a:r>
              <a:rPr lang="en-US" b="1" dirty="0"/>
              <a:t>Specialized Claims Applications</a:t>
            </a:r>
          </a:p>
          <a:p>
            <a:pPr marL="0" lvl="1" indent="0">
              <a:buFont typeface="Arial" panose="020B0604020202020204" pitchFamily="34" charset="0"/>
              <a:buNone/>
            </a:pPr>
            <a:r>
              <a:rPr dirty="0"/>
              <a:t>Claims Vertical uses apps</a:t>
            </a:r>
            <a:r>
              <a:rPr lang="en-US" dirty="0"/>
              <a:t>/</a:t>
            </a:r>
            <a:r>
              <a:rPr lang="en-US" dirty="0" err="1"/>
              <a:t>Softwares</a:t>
            </a:r>
            <a:r>
              <a:rPr dirty="0"/>
              <a:t> like</a:t>
            </a:r>
            <a:r>
              <a:rPr lang="en-US" dirty="0"/>
              <a:t> :</a:t>
            </a:r>
          </a:p>
          <a:p>
            <a:pPr marL="0" lvl="1" indent="0">
              <a:buFont typeface="Arial" panose="020B0604020202020204" pitchFamily="34" charset="0"/>
              <a:buNone/>
            </a:pPr>
            <a:r>
              <a:rPr lang="en-IN" dirty="0"/>
              <a:t> </a:t>
            </a:r>
          </a:p>
          <a:p>
            <a:pPr marL="0" lvl="1" indent="0">
              <a:buFont typeface="Arial" panose="020B0604020202020204" pitchFamily="34" charset="0"/>
              <a:buNone/>
            </a:pPr>
            <a:endParaRPr lang="en-IN" dirty="0"/>
          </a:p>
          <a:p>
            <a:pPr marL="0" lvl="1"/>
            <a:r>
              <a:rPr lang="en-US" dirty="0"/>
              <a:t>• Claimnet</a:t>
            </a:r>
          </a:p>
          <a:p>
            <a:pPr marL="0" lvl="1"/>
            <a:r>
              <a:rPr lang="en-US" dirty="0"/>
              <a:t>• POI</a:t>
            </a:r>
          </a:p>
          <a:p>
            <a:pPr marL="0" lvl="1"/>
            <a:r>
              <a:rPr lang="en-US" dirty="0"/>
              <a:t>• SPP (GCPP)</a:t>
            </a:r>
          </a:p>
          <a:p>
            <a:pPr marL="0" lvl="1"/>
            <a:r>
              <a:rPr lang="en-US" dirty="0"/>
              <a:t>• CTR ( Claim Task Routing )</a:t>
            </a:r>
          </a:p>
          <a:p>
            <a:pPr marL="0" lvl="1"/>
            <a:r>
              <a:rPr lang="en-US" dirty="0"/>
              <a:t>• Claims tracker</a:t>
            </a:r>
          </a:p>
          <a:p>
            <a:pPr marL="0" lvl="1"/>
            <a:r>
              <a:rPr lang="en-US" dirty="0"/>
              <a:t>• FNOL</a:t>
            </a:r>
          </a:p>
          <a:p>
            <a:pPr marL="0" lvl="1" indent="0">
              <a:buFont typeface="Arial" panose="020B0604020202020204" pitchFamily="34" charset="0"/>
              <a:buNone/>
            </a:pPr>
            <a:endParaRPr lang="en-IN" dirty="0"/>
          </a:p>
          <a:p>
            <a:pPr marL="0" lvl="1" indent="0">
              <a:buFont typeface="Arial" panose="020B0604020202020204" pitchFamily="34" charset="0"/>
              <a:buNone/>
            </a:pPr>
            <a:endParaRPr lang="en-US" dirty="0"/>
          </a:p>
          <a:p>
            <a:pPr marL="0" lvl="1" indent="0">
              <a:buFont typeface="Arial" panose="020B0604020202020204" pitchFamily="34" charset="0"/>
              <a:buNone/>
            </a:pPr>
            <a:endParaRPr lang="en-US" dirty="0"/>
          </a:p>
          <a:p>
            <a:pPr marL="0" lvl="1" indent="0">
              <a:buFont typeface="Arial" panose="020B0604020202020204" pitchFamily="34" charset="0"/>
              <a:buNone/>
            </a:pPr>
            <a:r>
              <a:rPr dirty="0"/>
              <a:t>These applications enhance operational efficiency and customer experience in claims processing.</a:t>
            </a:r>
            <a:endParaRPr lang="en-US" dirty="0"/>
          </a:p>
        </p:txBody>
      </p:sp>
    </p:spTree>
    <p:extLst>
      <p:ext uri="{BB962C8B-B14F-4D97-AF65-F5344CB8AC3E}">
        <p14:creationId xmlns:p14="http://schemas.microsoft.com/office/powerpoint/2010/main" val="28797441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08406-0280-1A76-1764-F88F2881216A}"/>
              </a:ext>
            </a:extLst>
          </p:cNvPr>
          <p:cNvSpPr>
            <a:spLocks noGrp="1"/>
          </p:cNvSpPr>
          <p:nvPr>
            <p:ph type="ctrTitle"/>
          </p:nvPr>
        </p:nvSpPr>
        <p:spPr>
          <a:xfrm>
            <a:off x="609600" y="990600"/>
            <a:ext cx="10058400" cy="5029200"/>
          </a:xfrm>
        </p:spPr>
        <p:txBody>
          <a:bodyPr anchor="b">
            <a:normAutofit fontScale="90000"/>
          </a:bodyPr>
          <a:lstStyle/>
          <a:p>
            <a:r>
              <a:rPr lang="en-US" dirty="0"/>
              <a:t>Incident Management Support Levels</a:t>
            </a:r>
          </a:p>
        </p:txBody>
      </p:sp>
    </p:spTree>
    <p:extLst>
      <p:ext uri="{BB962C8B-B14F-4D97-AF65-F5344CB8AC3E}">
        <p14:creationId xmlns:p14="http://schemas.microsoft.com/office/powerpoint/2010/main" val="23375545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798BE-019D-0120-834E-D9688013C1C5}"/>
              </a:ext>
            </a:extLst>
          </p:cNvPr>
          <p:cNvSpPr>
            <a:spLocks noGrp="1"/>
          </p:cNvSpPr>
          <p:nvPr>
            <p:ph type="title"/>
          </p:nvPr>
        </p:nvSpPr>
        <p:spPr>
          <a:xfrm>
            <a:off x="7010400" y="685800"/>
            <a:ext cx="4561665" cy="1371264"/>
          </a:xfrm>
        </p:spPr>
        <p:txBody>
          <a:bodyPr anchor="b">
            <a:normAutofit/>
          </a:bodyPr>
          <a:lstStyle/>
          <a:p>
            <a:r>
              <a:rPr lang="en-US" sz="3400"/>
              <a:t>Support Levels in Incident Management</a:t>
            </a:r>
          </a:p>
        </p:txBody>
      </p:sp>
      <p:pic>
        <p:nvPicPr>
          <p:cNvPr id="5" name="Content Placeholder 4" descr="Hand drawn businessman and business woman icons in red and black colors are connected by arrows randomly on white background. This image shows the social media, and online communication between business people.">
            <a:extLst>
              <a:ext uri="{FF2B5EF4-FFF2-40B4-BE49-F238E27FC236}">
                <a16:creationId xmlns:a16="http://schemas.microsoft.com/office/drawing/2014/main" id="{9F6AD76E-341E-44C0-A1A3-16D1B8130D81}"/>
              </a:ext>
            </a:extLst>
          </p:cNvPr>
          <p:cNvPicPr>
            <a:picLocks noGrp="1" noChangeAspect="1"/>
          </p:cNvPicPr>
          <p:nvPr>
            <p:ph type="pic" sz="quarter" idx="15"/>
          </p:nvPr>
        </p:nvPicPr>
        <p:blipFill>
          <a:blip r:embed="rId3"/>
          <a:srcRect l="21740" r="16059" b="-1"/>
          <a:stretch>
            <a:fillRect/>
          </a:stretch>
        </p:blipFill>
        <p:spPr>
          <a:xfrm>
            <a:off x="1" y="10"/>
            <a:ext cx="6390464" cy="6857990"/>
          </a:xfrm>
          <a:prstGeom prst="rect">
            <a:avLst/>
          </a:prstGeom>
          <a:noFill/>
        </p:spPr>
      </p:pic>
      <p:sp>
        <p:nvSpPr>
          <p:cNvPr id="4" name="Content Placeholder 3">
            <a:extLst>
              <a:ext uri="{FF2B5EF4-FFF2-40B4-BE49-F238E27FC236}">
                <a16:creationId xmlns:a16="http://schemas.microsoft.com/office/drawing/2014/main" id="{BDF97959-DCFD-6557-F530-4EE4AFDCA11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20736" y="2286000"/>
            <a:ext cx="4561665" cy="3886200"/>
          </a:xfrm>
        </p:spPr>
        <p:txBody>
          <a:bodyPr>
            <a:normAutofit/>
          </a:bodyPr>
          <a:lstStyle/>
          <a:p>
            <a:pPr marL="0" indent="0">
              <a:spcBef>
                <a:spcPts val="2500"/>
              </a:spcBef>
              <a:buFont typeface="Arial" panose="020B0604020202020204" pitchFamily="34" charset="0"/>
              <a:buNone/>
            </a:pPr>
            <a:r>
              <a:rPr lang="en-US" b="1" dirty="0"/>
              <a:t>First Level Support- L1</a:t>
            </a:r>
          </a:p>
          <a:p>
            <a:pPr marL="0" lvl="1"/>
            <a:r>
              <a:rPr lang="en-US" dirty="0"/>
              <a:t>Depending on the customer, 1st Level support is done by local IT or My-Allicia who is supporting 24/7 all over the globe</a:t>
            </a:r>
          </a:p>
          <a:p>
            <a:pPr marL="0" indent="0">
              <a:spcBef>
                <a:spcPts val="2500"/>
              </a:spcBef>
              <a:buFont typeface="Arial" panose="020B0604020202020204" pitchFamily="34" charset="0"/>
              <a:buNone/>
            </a:pPr>
            <a:r>
              <a:rPr lang="en-US" b="1" dirty="0"/>
              <a:t>Second Level Support –L2</a:t>
            </a:r>
          </a:p>
          <a:p>
            <a:pPr marL="0" lvl="1"/>
            <a:r>
              <a:rPr lang="en-US" dirty="0"/>
              <a:t>The task of the 2nd Level User Support is to examine tickets that have been forwarded and to decide: the priority of the issue, to forward it with the right assignment group.</a:t>
            </a:r>
          </a:p>
          <a:p>
            <a:pPr marL="0" lvl="1"/>
            <a:endParaRPr lang="en-US" dirty="0"/>
          </a:p>
          <a:p>
            <a:pPr marL="0" lvl="1"/>
            <a:r>
              <a:rPr lang="en-US" dirty="0"/>
              <a:t> </a:t>
            </a:r>
            <a:r>
              <a:rPr lang="en-US" b="1" dirty="0"/>
              <a:t>Third Level Support – L3</a:t>
            </a:r>
          </a:p>
          <a:p>
            <a:pPr marL="0" lvl="1" indent="0">
              <a:buFont typeface="Arial" panose="020B0604020202020204" pitchFamily="34" charset="0"/>
              <a:buNone/>
            </a:pPr>
            <a:r>
              <a:rPr dirty="0"/>
              <a:t>Developers fix bugs, rewrite programs, and plan long-term solutions for incidents.</a:t>
            </a:r>
            <a:endParaRPr lang="en-US" dirty="0"/>
          </a:p>
        </p:txBody>
      </p:sp>
    </p:spTree>
    <p:extLst>
      <p:ext uri="{BB962C8B-B14F-4D97-AF65-F5344CB8AC3E}">
        <p14:creationId xmlns:p14="http://schemas.microsoft.com/office/powerpoint/2010/main" val="8043341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74F09-4DCA-373D-7DDA-B4880110DC3A}"/>
              </a:ext>
            </a:extLst>
          </p:cNvPr>
          <p:cNvSpPr>
            <a:spLocks noGrp="1"/>
          </p:cNvSpPr>
          <p:nvPr>
            <p:ph type="title"/>
          </p:nvPr>
        </p:nvSpPr>
        <p:spPr>
          <a:xfrm>
            <a:off x="7010400" y="685800"/>
            <a:ext cx="4561665" cy="1371264"/>
          </a:xfrm>
        </p:spPr>
        <p:txBody>
          <a:bodyPr anchor="b">
            <a:normAutofit/>
          </a:bodyPr>
          <a:lstStyle/>
          <a:p>
            <a:r>
              <a:rPr lang="en-US" sz="3400" dirty="0"/>
              <a:t>Ticket Assignment</a:t>
            </a:r>
          </a:p>
        </p:txBody>
      </p:sp>
      <p:pic>
        <p:nvPicPr>
          <p:cNvPr id="5" name="Content Placeholder 4" descr="Login web form">
            <a:extLst>
              <a:ext uri="{FF2B5EF4-FFF2-40B4-BE49-F238E27FC236}">
                <a16:creationId xmlns:a16="http://schemas.microsoft.com/office/drawing/2014/main" id="{67E91A97-B65C-45BF-B138-05C375277783}"/>
              </a:ext>
            </a:extLst>
          </p:cNvPr>
          <p:cNvPicPr>
            <a:picLocks noGrp="1" noChangeAspect="1"/>
          </p:cNvPicPr>
          <p:nvPr>
            <p:ph type="pic" sz="quarter" idx="15"/>
          </p:nvPr>
        </p:nvPicPr>
        <p:blipFill>
          <a:blip r:embed="rId3"/>
          <a:srcRect l="16417" r="25112" b="1"/>
          <a:stretch>
            <a:fillRect/>
          </a:stretch>
        </p:blipFill>
        <p:spPr>
          <a:xfrm>
            <a:off x="1" y="10"/>
            <a:ext cx="6390464" cy="6857990"/>
          </a:xfrm>
          <a:prstGeom prst="rect">
            <a:avLst/>
          </a:prstGeom>
          <a:noFill/>
        </p:spPr>
      </p:pic>
      <p:sp>
        <p:nvSpPr>
          <p:cNvPr id="4" name="Content Placeholder 3">
            <a:extLst>
              <a:ext uri="{FF2B5EF4-FFF2-40B4-BE49-F238E27FC236}">
                <a16:creationId xmlns:a16="http://schemas.microsoft.com/office/drawing/2014/main" id="{37DAA55E-8363-F5FC-0AAA-9BA4F1EA52F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20736" y="2286000"/>
            <a:ext cx="4561665" cy="3886200"/>
          </a:xfrm>
        </p:spPr>
        <p:txBody>
          <a:bodyPr>
            <a:normAutofit lnSpcReduction="10000"/>
          </a:bodyPr>
          <a:lstStyle/>
          <a:p>
            <a:pPr marL="0" indent="0">
              <a:spcBef>
                <a:spcPts val="2500"/>
              </a:spcBef>
              <a:buFont typeface="Arial" panose="020B0604020202020204" pitchFamily="34" charset="0"/>
              <a:buNone/>
            </a:pPr>
            <a:r>
              <a:rPr lang="en-US" b="1" dirty="0"/>
              <a:t>Importance of Ticket Assignment</a:t>
            </a:r>
          </a:p>
          <a:p>
            <a:pPr marL="0" lvl="1" indent="0">
              <a:buFont typeface="Arial" panose="020B0604020202020204" pitchFamily="34" charset="0"/>
              <a:buNone/>
            </a:pPr>
            <a:r>
              <a:rPr dirty="0"/>
              <a:t>Proper ticket assignment directs issues to correct local and global teams for faster resolution.</a:t>
            </a:r>
            <a:endParaRPr lang="en-US" dirty="0"/>
          </a:p>
          <a:p>
            <a:pPr marL="0" indent="0">
              <a:spcBef>
                <a:spcPts val="2500"/>
              </a:spcBef>
              <a:buFont typeface="Arial" panose="020B0604020202020204" pitchFamily="34" charset="0"/>
              <a:buNone/>
            </a:pPr>
            <a:r>
              <a:rPr lang="en-US" b="1" dirty="0"/>
              <a:t>Mandatory SNOW Ticket Fields</a:t>
            </a:r>
          </a:p>
          <a:p>
            <a:pPr marL="0" lvl="1" indent="0">
              <a:buFont typeface="Arial" panose="020B0604020202020204" pitchFamily="34" charset="0"/>
              <a:buNone/>
            </a:pPr>
            <a:r>
              <a:rPr dirty="0"/>
              <a:t>Tickets require detailed info including description, business unit, priority, and user details.</a:t>
            </a:r>
            <a:endParaRPr lang="en-US" dirty="0"/>
          </a:p>
          <a:p>
            <a:pPr marL="0" indent="0">
              <a:spcBef>
                <a:spcPts val="2500"/>
              </a:spcBef>
              <a:buFont typeface="Arial" panose="020B0604020202020204" pitchFamily="34" charset="0"/>
              <a:buNone/>
            </a:pPr>
            <a:r>
              <a:rPr lang="en-US" b="1" dirty="0"/>
              <a:t>Benefits of Structured Ticketing</a:t>
            </a:r>
          </a:p>
          <a:p>
            <a:pPr marL="0" lvl="1" indent="0">
              <a:buFont typeface="Arial" panose="020B0604020202020204" pitchFamily="34" charset="0"/>
              <a:buNone/>
            </a:pPr>
            <a:r>
              <a:rPr dirty="0"/>
              <a:t>Structured tickets support efficient issue handling, tracking, auditing, and process improvement.</a:t>
            </a:r>
            <a:endParaRPr lang="en-US" dirty="0"/>
          </a:p>
          <a:p>
            <a:pPr marL="0" lvl="1" indent="0">
              <a:buFont typeface="Arial" panose="020B0604020202020204" pitchFamily="34" charset="0"/>
              <a:buNone/>
            </a:pPr>
            <a:endParaRPr lang="en-IN" dirty="0"/>
          </a:p>
          <a:p>
            <a:pPr marL="0" lvl="1">
              <a:spcBef>
                <a:spcPts val="2500"/>
              </a:spcBef>
            </a:pPr>
            <a:r>
              <a:rPr lang="en-US" b="1" dirty="0"/>
              <a:t>Whom must we assign this tickets</a:t>
            </a:r>
          </a:p>
          <a:p>
            <a:pPr marL="0" lvl="1"/>
            <a:r>
              <a:rPr lang="en-US" dirty="0"/>
              <a:t>Add F group link here</a:t>
            </a:r>
          </a:p>
        </p:txBody>
      </p:sp>
    </p:spTree>
    <p:extLst>
      <p:ext uri="{BB962C8B-B14F-4D97-AF65-F5344CB8AC3E}">
        <p14:creationId xmlns:p14="http://schemas.microsoft.com/office/powerpoint/2010/main" val="14180212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D8212-1C3C-3956-DAC3-BC6540646046}"/>
              </a:ext>
            </a:extLst>
          </p:cNvPr>
          <p:cNvSpPr>
            <a:spLocks noGrp="1"/>
          </p:cNvSpPr>
          <p:nvPr>
            <p:ph type="ctrTitle"/>
          </p:nvPr>
        </p:nvSpPr>
        <p:spPr>
          <a:xfrm>
            <a:off x="609600" y="990600"/>
            <a:ext cx="10058400" cy="5029200"/>
          </a:xfrm>
        </p:spPr>
        <p:txBody>
          <a:bodyPr anchor="b">
            <a:normAutofit fontScale="90000"/>
          </a:bodyPr>
          <a:lstStyle/>
          <a:p>
            <a:r>
              <a:rPr lang="en-US" dirty="0"/>
              <a:t>Minimum information to be provided in SNOW ticket</a:t>
            </a:r>
          </a:p>
        </p:txBody>
      </p:sp>
    </p:spTree>
    <p:extLst>
      <p:ext uri="{BB962C8B-B14F-4D97-AF65-F5344CB8AC3E}">
        <p14:creationId xmlns:p14="http://schemas.microsoft.com/office/powerpoint/2010/main" val="2991214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Female drawing flow chart">
            <a:extLst>
              <a:ext uri="{FF2B5EF4-FFF2-40B4-BE49-F238E27FC236}">
                <a16:creationId xmlns:a16="http://schemas.microsoft.com/office/drawing/2014/main" id="{762FAA82-88CB-42F8-B578-6CB678061DD2}"/>
              </a:ext>
            </a:extLst>
          </p:cNvPr>
          <p:cNvPicPr>
            <a:picLocks noGrp="1" noChangeAspect="1"/>
          </p:cNvPicPr>
          <p:nvPr>
            <p:ph type="pic" sz="quarter" idx="15"/>
          </p:nvPr>
        </p:nvPicPr>
        <p:blipFill>
          <a:blip r:embed="rId3"/>
          <a:srcRect l="17301" r="21666" b="2"/>
          <a:stretch>
            <a:fillRect/>
          </a:stretch>
        </p:blipFill>
        <p:spPr>
          <a:xfrm>
            <a:off x="1" y="10"/>
            <a:ext cx="5257799" cy="6857990"/>
          </a:xfrm>
          <a:prstGeom prst="rect">
            <a:avLst/>
          </a:prstGeom>
          <a:noFill/>
        </p:spPr>
      </p:pic>
      <p:sp>
        <p:nvSpPr>
          <p:cNvPr id="7" name="TextBox 6">
            <a:extLst>
              <a:ext uri="{FF2B5EF4-FFF2-40B4-BE49-F238E27FC236}">
                <a16:creationId xmlns:a16="http://schemas.microsoft.com/office/drawing/2014/main" id="{92269DB2-9EFE-9292-3C5E-0DCB8D3AB135}"/>
              </a:ext>
            </a:extLst>
          </p:cNvPr>
          <p:cNvSpPr txBox="1"/>
          <p:nvPr/>
        </p:nvSpPr>
        <p:spPr>
          <a:xfrm>
            <a:off x="5943600" y="457200"/>
            <a:ext cx="5943600" cy="5816977"/>
          </a:xfrm>
          <a:prstGeom prst="rect">
            <a:avLst/>
          </a:prstGeom>
          <a:noFill/>
        </p:spPr>
        <p:txBody>
          <a:bodyPr wrap="square" rtlCol="0">
            <a:spAutoFit/>
          </a:bodyPr>
          <a:lstStyle/>
          <a:p>
            <a:r>
              <a:rPr lang="en-US" sz="1200" dirty="0"/>
              <a:t>Dear team,</a:t>
            </a:r>
          </a:p>
          <a:p>
            <a:r>
              <a:rPr lang="en-US" sz="1200" dirty="0"/>
              <a:t> </a:t>
            </a:r>
          </a:p>
          <a:p>
            <a:r>
              <a:rPr lang="en-US" sz="1200" dirty="0"/>
              <a:t>Please be so kind and look into below issue</a:t>
            </a:r>
          </a:p>
          <a:p>
            <a:r>
              <a:rPr lang="en-US" sz="1200" dirty="0"/>
              <a:t> </a:t>
            </a:r>
          </a:p>
          <a:p>
            <a:r>
              <a:rPr lang="en-US" sz="1200" dirty="0"/>
              <a:t>ITMP AUS |  (Usually we add short description here )</a:t>
            </a:r>
          </a:p>
          <a:p>
            <a:r>
              <a:rPr lang="en-US" sz="1200" dirty="0"/>
              <a:t> </a:t>
            </a:r>
          </a:p>
          <a:p>
            <a:r>
              <a:rPr lang="en-US" sz="1200" dirty="0"/>
              <a:t>Business unit (Country): BMP Australia</a:t>
            </a:r>
          </a:p>
          <a:p>
            <a:r>
              <a:rPr lang="en-US" sz="1200" dirty="0"/>
              <a:t> </a:t>
            </a:r>
          </a:p>
          <a:p>
            <a:r>
              <a:rPr lang="en-US" sz="1200" dirty="0"/>
              <a:t>Priority of this issue : Regular</a:t>
            </a:r>
          </a:p>
          <a:p>
            <a:r>
              <a:rPr lang="en-US" sz="1200" dirty="0"/>
              <a:t> </a:t>
            </a:r>
          </a:p>
          <a:p>
            <a:r>
              <a:rPr lang="en-US" sz="1200" dirty="0"/>
              <a:t>Incident date and time : [Insert Date/Time]</a:t>
            </a:r>
          </a:p>
          <a:p>
            <a:r>
              <a:rPr lang="en-US" sz="1200" dirty="0"/>
              <a:t> </a:t>
            </a:r>
          </a:p>
          <a:p>
            <a:r>
              <a:rPr lang="en-US" sz="1200" dirty="0"/>
              <a:t>Affected GIAM users and ABS user ID’s : JDBB</a:t>
            </a:r>
          </a:p>
          <a:p>
            <a:r>
              <a:rPr lang="en-US" sz="1200" dirty="0"/>
              <a:t> </a:t>
            </a:r>
          </a:p>
          <a:p>
            <a:r>
              <a:rPr lang="en-US" sz="1200" dirty="0"/>
              <a:t>Affected User :  [ Name ]</a:t>
            </a:r>
          </a:p>
          <a:p>
            <a:r>
              <a:rPr lang="en-US" sz="1200" dirty="0"/>
              <a:t> </a:t>
            </a:r>
          </a:p>
          <a:p>
            <a:r>
              <a:rPr lang="en-US" sz="1200" dirty="0"/>
              <a:t>Affected User Email: [ Email ]</a:t>
            </a:r>
          </a:p>
          <a:p>
            <a:r>
              <a:rPr lang="en-US" sz="1200" dirty="0"/>
              <a:t> </a:t>
            </a:r>
          </a:p>
          <a:p>
            <a:r>
              <a:rPr lang="en-US" sz="1200" dirty="0"/>
              <a:t>Affected User Phone : [ Phone Number ]</a:t>
            </a:r>
          </a:p>
          <a:p>
            <a:r>
              <a:rPr lang="en-US" sz="1200" dirty="0"/>
              <a:t> </a:t>
            </a:r>
          </a:p>
          <a:p>
            <a:r>
              <a:rPr lang="en-US" sz="1200" dirty="0"/>
              <a:t> </a:t>
            </a:r>
          </a:p>
          <a:p>
            <a:r>
              <a:rPr lang="en-US" sz="1200" dirty="0"/>
              <a:t>Problem: [ Describe the issue ]</a:t>
            </a:r>
          </a:p>
          <a:p>
            <a:r>
              <a:rPr lang="en-US" sz="1200" dirty="0"/>
              <a:t> </a:t>
            </a:r>
          </a:p>
          <a:p>
            <a:r>
              <a:rPr lang="en-US" sz="1200" dirty="0"/>
              <a:t>Steps Taken : [ List steps already tried ]</a:t>
            </a:r>
          </a:p>
          <a:p>
            <a:endParaRPr lang="en-US" sz="1200" dirty="0"/>
          </a:p>
          <a:p>
            <a:r>
              <a:rPr lang="en-US" sz="1200" dirty="0"/>
              <a:t> </a:t>
            </a:r>
          </a:p>
          <a:p>
            <a:r>
              <a:rPr lang="en-US" sz="1200" dirty="0"/>
              <a:t>Attachments :</a:t>
            </a:r>
          </a:p>
          <a:p>
            <a:r>
              <a:rPr lang="en-US" sz="1200" dirty="0"/>
              <a:t> </a:t>
            </a:r>
          </a:p>
          <a:p>
            <a:r>
              <a:rPr lang="en-US" sz="1200" dirty="0"/>
              <a:t>Best Regards</a:t>
            </a:r>
          </a:p>
          <a:p>
            <a:r>
              <a:rPr lang="en-US" sz="1200" dirty="0"/>
              <a:t>Your Name </a:t>
            </a:r>
          </a:p>
          <a:p>
            <a:r>
              <a:rPr lang="en-US" sz="1200" dirty="0"/>
              <a:t>team name</a:t>
            </a:r>
            <a:endParaRPr lang="en-IN" sz="1200" dirty="0"/>
          </a:p>
        </p:txBody>
      </p:sp>
    </p:spTree>
    <p:extLst>
      <p:ext uri="{BB962C8B-B14F-4D97-AF65-F5344CB8AC3E}">
        <p14:creationId xmlns:p14="http://schemas.microsoft.com/office/powerpoint/2010/main" val="143975785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8DF8EA-4BB6-4B99-A889-3071D2E1CDF5}"/>
              </a:ext>
            </a:extLst>
          </p:cNvPr>
          <p:cNvSpPr>
            <a:spLocks noGrp="1"/>
          </p:cNvSpPr>
          <p:nvPr>
            <p:ph type="ctrTitle"/>
          </p:nvPr>
        </p:nvSpPr>
        <p:spPr>
          <a:xfrm>
            <a:off x="6704076" y="685801"/>
            <a:ext cx="4872227" cy="2743200"/>
          </a:xfrm>
        </p:spPr>
        <p:txBody>
          <a:bodyPr vert="horz" lIns="91440" tIns="45720" rIns="91440" bIns="45720" rtlCol="0" anchor="t">
            <a:normAutofit/>
          </a:bodyPr>
          <a:lstStyle/>
          <a:p>
            <a:r>
              <a:rPr lang="en-US" b="0" i="0" kern="1200" cap="all" spc="0" baseline="0" dirty="0">
                <a:latin typeface="+mj-lt"/>
                <a:ea typeface="+mj-ea"/>
                <a:cs typeface="+mj-cs"/>
              </a:rPr>
              <a:t>Thank You</a:t>
            </a:r>
          </a:p>
          <a:p>
            <a:endParaRPr lang="en-US" b="0" i="0" kern="1200" cap="all" spc="0" baseline="0" dirty="0">
              <a:latin typeface="+mj-lt"/>
              <a:ea typeface="+mj-ea"/>
              <a:cs typeface="+mj-cs"/>
            </a:endParaRPr>
          </a:p>
        </p:txBody>
      </p:sp>
      <p:sp>
        <p:nvSpPr>
          <p:cNvPr id="2" name="TextBox 1">
            <a:extLst>
              <a:ext uri="{FF2B5EF4-FFF2-40B4-BE49-F238E27FC236}">
                <a16:creationId xmlns:a16="http://schemas.microsoft.com/office/drawing/2014/main" id="{DC03A5C4-4695-389C-0877-B7B1CACEA1FE}"/>
              </a:ext>
            </a:extLst>
          </p:cNvPr>
          <p:cNvSpPr txBox="1"/>
          <p:nvPr/>
        </p:nvSpPr>
        <p:spPr>
          <a:xfrm>
            <a:off x="6702552" y="5277548"/>
            <a:ext cx="4873752" cy="894639"/>
          </a:xfrm>
          <a:prstGeom prst="rect">
            <a:avLst/>
          </a:prstGeom>
        </p:spPr>
        <p:txBody>
          <a:bodyPr vert="horz" lIns="91440" tIns="45720" rIns="91440" bIns="45720" rtlCol="0" anchor="t">
            <a:normAutofit/>
          </a:bodyPr>
          <a:lstStyle/>
          <a:p>
            <a:pPr>
              <a:spcBef>
                <a:spcPts val="1000"/>
              </a:spcBef>
            </a:pPr>
            <a:r>
              <a:rPr lang="en-US" b="0" i="0" kern="1200" dirty="0">
                <a:solidFill>
                  <a:schemeClr val="bg2"/>
                </a:solidFill>
                <a:latin typeface="+mn-lt"/>
                <a:ea typeface="+mn-ea"/>
                <a:cs typeface="+mn-cs"/>
              </a:rPr>
              <a:t>Thank you for your attention ! Any questions ?</a:t>
            </a:r>
          </a:p>
        </p:txBody>
      </p:sp>
      <p:pic>
        <p:nvPicPr>
          <p:cNvPr id="4" name="Content Placeholder 4" descr="People in an office">
            <a:extLst>
              <a:ext uri="{FF2B5EF4-FFF2-40B4-BE49-F238E27FC236}">
                <a16:creationId xmlns:a16="http://schemas.microsoft.com/office/drawing/2014/main" id="{4873B2E3-EC5D-B8DD-CF73-DF74EAF57660}"/>
              </a:ext>
            </a:extLst>
          </p:cNvPr>
          <p:cNvPicPr>
            <a:picLocks noGrp="1" noChangeAspect="1"/>
          </p:cNvPicPr>
          <p:nvPr>
            <p:ph type="pic" sz="quarter" idx="13"/>
          </p:nvPr>
        </p:nvPicPr>
        <p:blipFill>
          <a:blip r:embed="rId2"/>
          <a:srcRect l="14906" r="25760" b="-1"/>
          <a:stretch>
            <a:fillRect/>
          </a:stretch>
        </p:blipFill>
        <p:spPr>
          <a:xfrm>
            <a:off x="20" y="10"/>
            <a:ext cx="6095980" cy="6857990"/>
          </a:xfrm>
          <a:prstGeom prst="rect">
            <a:avLst/>
          </a:prstGeom>
          <a:noFill/>
        </p:spPr>
      </p:pic>
    </p:spTree>
    <p:extLst>
      <p:ext uri="{BB962C8B-B14F-4D97-AF65-F5344CB8AC3E}">
        <p14:creationId xmlns:p14="http://schemas.microsoft.com/office/powerpoint/2010/main" val="443410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Blockwork elegance">
  <a:themeElements>
    <a:clrScheme name="Blockwork Elegance- Copilot 1">
      <a:dk1>
        <a:srgbClr val="000000"/>
      </a:dk1>
      <a:lt1>
        <a:srgbClr val="FFFFFF"/>
      </a:lt1>
      <a:dk2>
        <a:srgbClr val="000102"/>
      </a:dk2>
      <a:lt2>
        <a:srgbClr val="F6F2E6"/>
      </a:lt2>
      <a:accent1>
        <a:srgbClr val="28436C"/>
      </a:accent1>
      <a:accent2>
        <a:srgbClr val="F3BC24"/>
      </a:accent2>
      <a:accent3>
        <a:srgbClr val="8E7B63"/>
      </a:accent3>
      <a:accent4>
        <a:srgbClr val="CC563B"/>
      </a:accent4>
      <a:accent5>
        <a:srgbClr val="A3452F"/>
      </a:accent5>
      <a:accent6>
        <a:srgbClr val="BB9D83"/>
      </a:accent6>
      <a:hlink>
        <a:srgbClr val="4E60DA"/>
      </a:hlink>
      <a:folHlink>
        <a:srgbClr val="4E6094"/>
      </a:folHlink>
    </a:clrScheme>
    <a:fontScheme name="Blockwork Elegance">
      <a:majorFont>
        <a:latin typeface="Bahnschrift SemiLight"/>
        <a:ea typeface=""/>
        <a:cs typeface=""/>
      </a:majorFont>
      <a:minorFont>
        <a:latin typeface="Bahnschrift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work Elegance_Copilot Layouts_win32_KO_V11" id="{190D3195-6803-4DBD-A5E5-D3BB0A934856}" vid="{D3DF0ADA-3EA0-49DE-8FCB-DFEAAB5B3A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DE0AE46-2EED-447A-8B24-DFD65B70D448}">
  <ds:schemaRefs>
    <ds:schemaRef ds:uri="http://schemas.microsoft.com/sharepoint/v3/contenttype/forms"/>
  </ds:schemaRefs>
</ds:datastoreItem>
</file>

<file path=customXml/itemProps2.xml><?xml version="1.0" encoding="utf-8"?>
<ds:datastoreItem xmlns:ds="http://schemas.openxmlformats.org/officeDocument/2006/customXml" ds:itemID="{7DF10072-02C4-49CD-A62E-A2D45571E05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EA42C18-4C38-43BB-8CE3-C963EDA9CBB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List>
</file>

<file path=docProps/app.xml><?xml version="1.0" encoding="utf-8"?>
<Properties xmlns="http://schemas.openxmlformats.org/officeDocument/2006/extended-properties" xmlns:vt="http://schemas.openxmlformats.org/officeDocument/2006/docPropsVTypes">
  <Template/>
  <TotalTime>149</TotalTime>
  <Words>433</Words>
  <Application>Microsoft Office PowerPoint</Application>
  <PresentationFormat>Widescreen</PresentationFormat>
  <Paragraphs>101</Paragraphs>
  <Slides>11</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Arial</vt:lpstr>
      <vt:lpstr>Bahnschrift SemiLight</vt:lpstr>
      <vt:lpstr>Blockwork elegance</vt:lpstr>
      <vt:lpstr> Claims Vertical Support Process</vt:lpstr>
      <vt:lpstr>PowerPoint Presentation</vt:lpstr>
      <vt:lpstr>Overview of Claims Vertical</vt:lpstr>
      <vt:lpstr>Customers in Claims Vertical</vt:lpstr>
      <vt:lpstr>Applications and Services in Claims Vertical</vt:lpstr>
      <vt:lpstr>Incident Management Support Levels</vt:lpstr>
      <vt:lpstr>Support Levels in Incident Management</vt:lpstr>
      <vt:lpstr>Ticket Assignment</vt:lpstr>
      <vt:lpstr>Minimum information to be provided in SNOW ticket</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Ingawale, Shrikant</dc:creator>
  <cp:lastModifiedBy>Ingawale, Shrikant</cp:lastModifiedBy>
  <cp:revision>24</cp:revision>
  <dcterms:created xsi:type="dcterms:W3CDTF">2025-08-04T03:17:32Z</dcterms:created>
  <dcterms:modified xsi:type="dcterms:W3CDTF">2025-11-01T00:10:35Z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