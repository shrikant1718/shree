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4"/>
  </p:sldMasterIdLst>
  <p:notesMasterIdLst>
    <p:notesMasterId r:id="rId19"/>
  </p:notesMasterIdLst>
  <p:handoutMasterIdLst>
    <p:handoutMasterId r:id="rId20"/>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lternative Fuels: Properties, Advantages, Disadvantages, and Types" id="{17077A29-46B7-42D6-AD11-19DD23255104}">
          <p14:sldIdLst>
            <p14:sldId id="2561"/>
          </p14:sldIdLst>
        </p14:section>
        <p14:section name="Introduction to Alternative Fuels" id="{475DE5E2-6795-4E56-BDE0-BEBD02873E88}">
          <p14:sldIdLst>
            <p14:sldId id="2562"/>
            <p14:sldId id="2563"/>
          </p14:sldIdLst>
        </p14:section>
        <p14:section name="Properties of Alternative Fuels" id="{8646D57D-6D0D-44E5-854F-ED40C9D698A1}">
          <p14:sldIdLst>
            <p14:sldId id="2564"/>
            <p14:sldId id="2565"/>
          </p14:sldIdLst>
        </p14:section>
        <p14:section name="Advantages and Disadvantages" id="{1B821D8E-6597-41D0-A414-99D0779851E8}">
          <p14:sldIdLst>
            <p14:sldId id="2566"/>
            <p14:sldId id="2567"/>
            <p14:sldId id="2568"/>
          </p14:sldIdLst>
        </p14:section>
        <p14:section name="Types of Alternative Fuels" id="{276E77FD-0873-424F-A416-DDA8CA5DC301}">
          <p14:sldIdLst>
            <p14:sldId id="2569"/>
            <p14:sldId id="2570"/>
            <p14:sldId id="2571"/>
            <p14:sldId id="2572"/>
          </p14:sldIdLst>
        </p14:section>
        <p14:section name="Energy Density Comparison" id="{7EF37713-6FE7-4998-AEB4-8B86CD5685A7}">
          <p14:sldIdLst>
            <p14:sldId id="2573"/>
            <p14:sldId id="25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9941987A-41B7-49AC-EE6E-03F2D0BD95BA}" name="Daria Naidenov" initials="DN" userId="S::danaidenov@microsoft.com::ab38ab5f-bdf0-4774-ae5a-d2782abb2027" providerId="AD"/>
  <p188:author id="{05079B93-9652-6626-7181-414354FAD15D}" name="Sher Dionisio" initials="SD" userId="Sher Dionisio" providerId="None"/>
  <p188:author id="{8168F4C2-6FA5-8634-E20F-B56538A88D7A}" name="Sherielyn Dionisio (ALLEGIS GROUP HOLDINGS INC)" initials="SI" userId="S::v-shdionisio@microsoft.com::123d4478-1eef-449e-9930-a1816bf260f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2933D2-495E-4AA2-9554-B07DD89180B3}" v="13" dt="2025-12-04T06:23:41.414"/>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21" autoAdjust="0"/>
    <p:restoredTop sz="94673"/>
  </p:normalViewPr>
  <p:slideViewPr>
    <p:cSldViewPr snapToGrid="0">
      <p:cViewPr>
        <p:scale>
          <a:sx n="100" d="100"/>
          <a:sy n="100" d="100"/>
        </p:scale>
        <p:origin x="-226" y="-538"/>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12/3/2025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839014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Alternative Fuels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1978167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Alternative fuels are energy sources that serve as substitutes for conventional fossil fuels like petrol and diesel. They are developed to address environmental concerns, reduce greenhouse gas emissions, and enhance energy security. These fuels include biodiesel, ethanol (power alcohol), hydrogen, and others derived from renewable resources. Unlike traditional fuels, alternative fuels often have distinct chemical properties, combustion characteristics, and environmental impacts. Their adoption is driven by the need to mitigate climate change, reduce dependency on finite fossil reserves, and promote sustainable energy practices. Governments and industries worldwide are investing in research and infrastructure to make these fuels viable for transportation and industrial applications. Understanding their properties, benefits, and limitations is crucial for informed decision-making and policy development.</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3197440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Characteristics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616355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Alternative fuels exhibit unique properties that influence their performance and suitability for different applications. Key characteristics include energy density, which determines how much energy is stored per unit mass or volume; combustion efficiency, which affects engine performance; and emissions profile, which impacts environmental sustainability. For instance, hydrogen has an exceptionally high energy density per kilogram but requires specialized storage due to its gaseous state. Biodiesel, derived from vegetable oils or animal fats, is biodegradable and produces fewer pollutants compared to diesel, but it has slightly lower energy content. Ethanol, commonly blended with petrol, improves octane rating and reduces carbon monoxide emissions, though its lower energy density means higher fuel consumption. These properties dictate infrastructure requirements, engine compatibility, and overall feasibility for widespread adoption.</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496851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Advantages of Alternative Fuels, Disadvantages of Alternative Fuels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374189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Alternative fuels offer several advantages that make them attractive for sustainable energy strategies. Firstly, they significantly reduce greenhouse gas emissions compared to conventional fossil fuels, contributing to climate change mitigation. Secondly, many alternative fuels are derived from renewable resources, ensuring long-term availability and reducing reliance on finite petroleum reserves. Thirdly, they often have a lower environmental impact, as some are biodegradable and produce fewer harmful pollutants. Additionally, promoting alternative fuels enhances energy security by diversifying energy sources and reducing dependence on imported oil. These benefits align with global efforts to transition toward cleaner energy systems and meet international environmental targets.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635681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their benefits, alternative fuels face several challenges. Production costs are often higher than those of conventional fuels, making them less economically competitive without subsidies or incentives. Infrastructure limitations, such as the lack of fueling stations and storage facilities, hinder widespread adoption. Many alternative fuels have lower energy density compared to fossil fuels, resulting in reduced mileage and higher consumption rates. Technological challenges, including engine compatibility and the need for specialized equipment, further complicate implementation. These drawbacks must be addressed through research, policy support, and technological innovation to make alternative fuels a practical and cost-effective solution.</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192019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Biodiesel, Power Alcohol (Ethanol), Hydrogen</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718483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Biodiesel is a renewable fuel produced from vegetable oils, animal fats, or recycled cooking grease. It is biodegradable and emits fewer pollutants compared to petroleum diesel. Biodiesel can be used in existing diesel engines with minimal modifications, making it a practical alternative. It reduces carbon dioxide emissions and supports agricultural economies by utilizing crops like soybean and rapeseed. However, biodiesel has a slightly lower energy content than diesel, which can affect fuel efficiency. Additionally, large-scale production may compete with food supply and require significant land resources, raising sustainability concerns.</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132028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Power alcohol refers to ethanol blended with petrol, commonly used as a biofuel in transportation. Ethanol improves the octane rating of fuel, leading to better engine performance and reduced knocking. It is produced from biomass sources such as sugarcane, corn, and other crops, making it renewable. Ethanol reduces carbon monoxide emissions and contributes to cleaner combustion. However, its lower energy density compared to petrol means vehicles consume more fuel for the same distance. Additionally, large-scale ethanol production can strain water resources and compete with food crops, posing environmental and economic challenges.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1555011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Hydrogen is considered a clean fuel because its combustion produces only water vapor as a byproduct. It has an extremely high energy content per kilogram, making it efficient in terms of energy storage. Hydrogen can be used in fuel cells to generate electricity or in modified internal combustion engines. Despite its advantages, hydrogen poses significant challenges in storage and distribution due to its low density and requirement for high-pressure or cryogenic systems. Infrastructure development and cost reduction are critical for hydrogen to become a mainstream fuel option. Its potential for zero-emission transportation makes it a key player in future energy strategies.</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990441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Chart Analysis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2461496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Energy density is a crucial factor in determining the practicality of a fuel for transportation and industrial use. Higher energy density means more energy can be stored in a smaller volume or mass, which is essential for vehicle range and efficiency. Conventional diesel has an energy density of about 45.5 MJ/kg, while biodiesel is slightly lower at 37.8 MJ/kg. Ethanol, commonly used as a biofuel, has an energy density of 26.8 MJ/kg, which is significantly lower than diesel, leading to higher consumption rates. Hydrogen stands out with an energy density of 120 MJ/kg, making it highly efficient in terms of energy content per unit mass. However, its gaseous state and storage challenges offset this advantage. Understanding these differences helps in evaluating trade-offs between performance, cost, and infrastructure requirements.</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1599783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2">
            <a:lumMod val="90000"/>
          </a:schemeClr>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E57259E-EB49-83B2-A198-68B73458BDEB}"/>
              </a:ext>
            </a:extLst>
          </p:cNvPr>
          <p:cNvSpPr>
            <a:spLocks noGrp="1"/>
          </p:cNvSpPr>
          <p:nvPr>
            <p:ph type="ctrTitle"/>
          </p:nvPr>
        </p:nvSpPr>
        <p:spPr>
          <a:xfrm>
            <a:off x="7716623" y="1411358"/>
            <a:ext cx="3736010" cy="2845567"/>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20" name="Subtitle 2">
            <a:extLst>
              <a:ext uri="{FF2B5EF4-FFF2-40B4-BE49-F238E27FC236}">
                <a16:creationId xmlns:a16="http://schemas.microsoft.com/office/drawing/2014/main" id="{A132AEC4-FCF7-2D11-D3D9-B11462CDCF92}"/>
              </a:ext>
            </a:extLst>
          </p:cNvPr>
          <p:cNvSpPr>
            <a:spLocks noGrp="1"/>
          </p:cNvSpPr>
          <p:nvPr>
            <p:ph type="subTitle" idx="1"/>
          </p:nvPr>
        </p:nvSpPr>
        <p:spPr>
          <a:xfrm>
            <a:off x="7716621" y="4403039"/>
            <a:ext cx="3729915" cy="1123122"/>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74" y="2231727"/>
            <a:ext cx="4564362" cy="429208"/>
          </a:xfrm>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9" y="5261154"/>
            <a:ext cx="1494490" cy="429205"/>
          </a:xfrm>
        </p:spPr>
        <p:txBody>
          <a:bodyPr/>
          <a:lstStyle>
            <a:lvl1pPr>
              <a:defRPr>
                <a:solidFill>
                  <a:schemeClr val="tx1"/>
                </a:solidFill>
                <a:effectLst/>
              </a:defRPr>
            </a:lvl1pPr>
          </a:lstStyle>
          <a:p>
            <a:fld id="{49B045A2-93A3-0245-952F-F70516988491}" type="datetime1">
              <a:rPr lang="en-US" smtClean="0"/>
              <a:t>12/3/2025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8" name="Picture Placeholder 13">
            <a:extLst>
              <a:ext uri="{FF2B5EF4-FFF2-40B4-BE49-F238E27FC236}">
                <a16:creationId xmlns:a16="http://schemas.microsoft.com/office/drawing/2014/main" id="{2D414E7B-9F49-92EB-7F2B-395CE70FEEBA}"/>
              </a:ext>
            </a:extLst>
          </p:cNvPr>
          <p:cNvSpPr>
            <a:spLocks noGrp="1"/>
          </p:cNvSpPr>
          <p:nvPr>
            <p:ph type="pic" sz="quarter" idx="15" hasCustomPrompt="1"/>
          </p:nvPr>
        </p:nvSpPr>
        <p:spPr>
          <a:xfrm>
            <a:off x="597728" y="-6350"/>
            <a:ext cx="6656839" cy="6873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A0C85949-E7A7-1597-9B25-6E4771C4834E}"/>
              </a:ext>
            </a:extLst>
          </p:cNvPr>
          <p:cNvCxnSpPr>
            <a:cxnSpLocks/>
          </p:cNvCxnSpPr>
          <p:nvPr userDrawn="1"/>
        </p:nvCxnSpPr>
        <p:spPr>
          <a:xfrm>
            <a:off x="7424272" y="164150"/>
            <a:ext cx="4767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ECB499A-44C1-4187-68C2-C06DFDB39E97}"/>
              </a:ext>
            </a:extLst>
          </p:cNvPr>
          <p:cNvCxnSpPr>
            <a:cxnSpLocks/>
          </p:cNvCxnSpPr>
          <p:nvPr userDrawn="1"/>
        </p:nvCxnSpPr>
        <p:spPr>
          <a:xfrm>
            <a:off x="74242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9F2815-A85D-9B68-7DDE-FE83662DD97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8700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34991"/>
            <a:ext cx="11323505" cy="755659"/>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53ED406-9BBB-8243-8F57-F2904DFCFBBC}"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6" y="1572050"/>
            <a:ext cx="11323505" cy="4920463"/>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007511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43799" y="634990"/>
            <a:ext cx="4244009" cy="4227952"/>
          </a:xfrm>
        </p:spPr>
        <p:txBody>
          <a:bodyPr vert="horz" lIns="91440" tIns="45720" rIns="91440" bIns="45720" rtlCol="0" anchor="t">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43799" y="5189329"/>
            <a:ext cx="3741886" cy="1033669"/>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85" y="2231733"/>
            <a:ext cx="4564375" cy="429205"/>
          </a:xfrm>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8" y="5261161"/>
            <a:ext cx="1494477" cy="429202"/>
          </a:xfrm>
        </p:spPr>
        <p:txBody>
          <a:bodyPr/>
          <a:lstStyle>
            <a:lvl1pPr>
              <a:defRPr>
                <a:solidFill>
                  <a:schemeClr val="tx1"/>
                </a:solidFill>
                <a:effectLst/>
              </a:defRPr>
            </a:lvl1pPr>
          </a:lstStyle>
          <a:p>
            <a:fld id="{6B7F706A-D109-3944-B52B-877BA50BC7DE}" type="datetime1">
              <a:rPr lang="en-US" smtClean="0"/>
              <a:t>12/3/2025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5" name="Picture Placeholder 13">
            <a:extLst>
              <a:ext uri="{FF2B5EF4-FFF2-40B4-BE49-F238E27FC236}">
                <a16:creationId xmlns:a16="http://schemas.microsoft.com/office/drawing/2014/main" id="{453992B1-FB53-5896-E556-2208A45F982B}"/>
              </a:ext>
            </a:extLst>
          </p:cNvPr>
          <p:cNvSpPr>
            <a:spLocks noGrp="1"/>
          </p:cNvSpPr>
          <p:nvPr>
            <p:ph type="pic" sz="quarter" idx="14" hasCustomPrompt="1"/>
          </p:nvPr>
        </p:nvSpPr>
        <p:spPr>
          <a:xfrm>
            <a:off x="597728" y="0"/>
            <a:ext cx="648892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b="1" dirty="0">
                <a:effectLst/>
              </a:rPr>
              <a:t> </a:t>
            </a:r>
            <a:endParaRPr lang="en-US" dirty="0"/>
          </a:p>
        </p:txBody>
      </p:sp>
      <p:cxnSp>
        <p:nvCxnSpPr>
          <p:cNvPr id="8" name="Straight Connector 7">
            <a:extLst>
              <a:ext uri="{FF2B5EF4-FFF2-40B4-BE49-F238E27FC236}">
                <a16:creationId xmlns:a16="http://schemas.microsoft.com/office/drawing/2014/main" id="{39A94CD3-3183-0F04-2405-7D52239F28A0}"/>
              </a:ext>
            </a:extLst>
          </p:cNvPr>
          <p:cNvCxnSpPr>
            <a:cxnSpLocks/>
          </p:cNvCxnSpPr>
          <p:nvPr userDrawn="1"/>
        </p:nvCxnSpPr>
        <p:spPr>
          <a:xfrm>
            <a:off x="7254575" y="164150"/>
            <a:ext cx="4937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2D7818A-B409-D3C7-1DEC-7919EC439E8E}"/>
              </a:ext>
            </a:extLst>
          </p:cNvPr>
          <p:cNvCxnSpPr>
            <a:cxnSpLocks/>
          </p:cNvCxnSpPr>
          <p:nvPr userDrawn="1"/>
        </p:nvCxnSpPr>
        <p:spPr>
          <a:xfrm>
            <a:off x="725457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C8901F-66EF-1A3E-9AE7-B0A426C81DF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64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8AEEAA7-1FB1-66FD-6698-0A692D3A2B96}"/>
              </a:ext>
            </a:extLst>
          </p:cNvPr>
          <p:cNvSpPr>
            <a:spLocks noGrp="1"/>
          </p:cNvSpPr>
          <p:nvPr>
            <p:ph type="title"/>
          </p:nvPr>
        </p:nvSpPr>
        <p:spPr>
          <a:xfrm>
            <a:off x="598327" y="5096040"/>
            <a:ext cx="10963656" cy="755659"/>
          </a:xfrm>
        </p:spPr>
        <p:txBody>
          <a:bodyPr anchor="b"/>
          <a:lstStyle/>
          <a:p>
            <a:r>
              <a:rPr lang="en-US"/>
              <a:t>Click to edit Master title style</a:t>
            </a:r>
          </a:p>
        </p:txBody>
      </p:sp>
      <p:sp>
        <p:nvSpPr>
          <p:cNvPr id="12" name="Subtitle 2">
            <a:extLst>
              <a:ext uri="{FF2B5EF4-FFF2-40B4-BE49-F238E27FC236}">
                <a16:creationId xmlns:a16="http://schemas.microsoft.com/office/drawing/2014/main" id="{F12A78E0-F03D-DA65-CE03-3BF1B174A306}"/>
              </a:ext>
            </a:extLst>
          </p:cNvPr>
          <p:cNvSpPr>
            <a:spLocks noGrp="1"/>
          </p:cNvSpPr>
          <p:nvPr>
            <p:ph type="subTitle" idx="1"/>
          </p:nvPr>
        </p:nvSpPr>
        <p:spPr>
          <a:xfrm>
            <a:off x="598328" y="5971305"/>
            <a:ext cx="10963656" cy="521208"/>
          </a:xfrm>
          <a:prstGeom prst="rect">
            <a:avLst/>
          </a:prstGeom>
        </p:spPr>
        <p:txBody>
          <a:bodyPr vert="horz" lIns="91440" tIns="45720" rIns="91440" bIns="45720" rtlCol="0" anchor="t">
            <a:normAutofit/>
          </a:bodyPr>
          <a:lstStyle>
            <a:lvl1pPr marL="0" indent="0">
              <a:buNone/>
              <a:defRPr lang="en-US" sz="1400" dirty="0"/>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943BE1-14A2-AD48-96B1-88BA0DE8B86C}" type="datetime1">
              <a:rPr lang="en-US" smtClean="0"/>
              <a:t>12/3/2025</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98327" y="0"/>
            <a:ext cx="11593671" cy="4723939"/>
          </a:xfrm>
          <a:prstGeom prst="rect">
            <a:avLst/>
          </a:prstGeom>
          <a:blipFill dpi="0" rotWithShape="1">
            <a:blip r:embed="rId2">
              <a:alphaModFix amt="60000"/>
            </a:blip>
            <a:srcRect/>
            <a:stretch>
              <a:fillRect/>
            </a:stretch>
          </a:blipFill>
        </p:spPr>
        <p:txBody>
          <a:bodyPr/>
          <a:lstStyle>
            <a:lvl1pPr marL="0" indent="0">
              <a:buNone/>
              <a:defRPr/>
            </a:lvl1pPr>
          </a:lstStyle>
          <a:p>
            <a:r>
              <a:rPr lang="en-US" b="1" dirty="0">
                <a:effectLst/>
              </a:rPr>
              <a:t> </a:t>
            </a:r>
            <a:endParaRPr lang="en-US" dirty="0"/>
          </a:p>
        </p:txBody>
      </p:sp>
    </p:spTree>
    <p:extLst>
      <p:ext uri="{BB962C8B-B14F-4D97-AF65-F5344CB8AC3E}">
        <p14:creationId xmlns:p14="http://schemas.microsoft.com/office/powerpoint/2010/main" val="19684888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bg2">
            <a:lumMod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812441-B03B-71E2-9A2F-F3AF112B2CB1}"/>
              </a:ext>
            </a:extLst>
          </p:cNvPr>
          <p:cNvSpPr>
            <a:spLocks noGrp="1"/>
          </p:cNvSpPr>
          <p:nvPr>
            <p:ph type="ctrTitle"/>
          </p:nvPr>
        </p:nvSpPr>
        <p:spPr>
          <a:xfrm>
            <a:off x="612648" y="1373807"/>
            <a:ext cx="3892269" cy="3331896"/>
          </a:xfrm>
        </p:spPr>
        <p:txBody>
          <a:bodyPr vert="horz" lIns="91440" tIns="45720" rIns="91440" bIns="45720" rtlCol="0" anchor="t">
            <a:normAutofit/>
          </a:bodyPr>
          <a:lstStyle>
            <a:lvl1pPr>
              <a:defRPr lang="en-US" sz="3600" dirty="0"/>
            </a:lvl1pPr>
          </a:lstStyle>
          <a:p>
            <a:pPr lvl="0"/>
            <a:r>
              <a:rPr lang="en-US"/>
              <a:t>Click to edit Master title style</a:t>
            </a:r>
            <a:endParaRPr lang="en-US" dirty="0"/>
          </a:p>
        </p:txBody>
      </p:sp>
      <p:sp>
        <p:nvSpPr>
          <p:cNvPr id="6" name="Subtitle 2">
            <a:extLst>
              <a:ext uri="{FF2B5EF4-FFF2-40B4-BE49-F238E27FC236}">
                <a16:creationId xmlns:a16="http://schemas.microsoft.com/office/drawing/2014/main" id="{61F41BB3-E8DA-23DD-7C7E-6AEEA88BD674}"/>
              </a:ext>
            </a:extLst>
          </p:cNvPr>
          <p:cNvSpPr>
            <a:spLocks noGrp="1"/>
          </p:cNvSpPr>
          <p:nvPr>
            <p:ph type="subTitle" idx="1"/>
          </p:nvPr>
        </p:nvSpPr>
        <p:spPr>
          <a:xfrm>
            <a:off x="612649" y="4811646"/>
            <a:ext cx="3174160" cy="1411356"/>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cxnSp>
        <p:nvCxnSpPr>
          <p:cNvPr id="5" name="Straight Connector 4">
            <a:extLst>
              <a:ext uri="{FF2B5EF4-FFF2-40B4-BE49-F238E27FC236}">
                <a16:creationId xmlns:a16="http://schemas.microsoft.com/office/drawing/2014/main" id="{61F22791-F1DC-82EE-574A-946C4F39A8F5}"/>
              </a:ext>
            </a:extLst>
          </p:cNvPr>
          <p:cNvCxnSpPr>
            <a:cxnSpLocks/>
          </p:cNvCxnSpPr>
          <p:nvPr userDrawn="1"/>
        </p:nvCxnSpPr>
        <p:spPr>
          <a:xfrm>
            <a:off x="429209" y="164150"/>
            <a:ext cx="450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a:lstStyle/>
          <a:p>
            <a:fld id="{D6DB9EC1-C4C2-B548-AAAE-47A4C38F1382}" type="datetime1">
              <a:rPr lang="en-US" smtClean="0"/>
              <a:t>12/3/2025</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a:lstStyle/>
          <a:p>
            <a:fld id="{CC057153-B650-4DEB-B370-79DDCFDCE934}" type="slidenum">
              <a:rPr lang="en-US" smtClean="0"/>
              <a:t>‹#›</a:t>
            </a:fld>
            <a:endParaRPr lang="en-US" dirty="0"/>
          </a:p>
        </p:txBody>
      </p:sp>
      <p:sp>
        <p:nvSpPr>
          <p:cNvPr id="13" name="Picture Placeholder 10">
            <a:extLst>
              <a:ext uri="{FF2B5EF4-FFF2-40B4-BE49-F238E27FC236}">
                <a16:creationId xmlns:a16="http://schemas.microsoft.com/office/drawing/2014/main" id="{8E488C3A-0D21-4B03-AE9F-2575D71F1BE5}"/>
              </a:ext>
            </a:extLst>
          </p:cNvPr>
          <p:cNvSpPr>
            <a:spLocks noGrp="1"/>
          </p:cNvSpPr>
          <p:nvPr>
            <p:ph type="pic" sz="quarter" idx="13" hasCustomPrompt="1"/>
          </p:nvPr>
        </p:nvSpPr>
        <p:spPr>
          <a:xfrm>
            <a:off x="5111574" y="0"/>
            <a:ext cx="7080426"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EDC9DC64-28F1-DE35-BA93-42BE9EDD8B26}"/>
              </a:ext>
            </a:extLst>
          </p:cNvPr>
          <p:cNvCxnSpPr>
            <a:cxnSpLocks/>
          </p:cNvCxnSpPr>
          <p:nvPr userDrawn="1"/>
        </p:nvCxnSpPr>
        <p:spPr>
          <a:xfrm>
            <a:off x="493405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159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BFAA997-E292-EBAB-2E9D-3845D76D6263}"/>
              </a:ext>
            </a:extLst>
          </p:cNvPr>
          <p:cNvSpPr>
            <a:spLocks noGrp="1"/>
          </p:cNvSpPr>
          <p:nvPr>
            <p:ph type="ctrTitle"/>
          </p:nvPr>
        </p:nvSpPr>
        <p:spPr>
          <a:xfrm>
            <a:off x="612648" y="353804"/>
            <a:ext cx="9598152" cy="4099340"/>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12" name="Subtitle 2">
            <a:extLst>
              <a:ext uri="{FF2B5EF4-FFF2-40B4-BE49-F238E27FC236}">
                <a16:creationId xmlns:a16="http://schemas.microsoft.com/office/drawing/2014/main" id="{2CE2F65D-E74D-73DE-8713-5AD69E7CEEB1}"/>
              </a:ext>
            </a:extLst>
          </p:cNvPr>
          <p:cNvSpPr>
            <a:spLocks noGrp="1"/>
          </p:cNvSpPr>
          <p:nvPr>
            <p:ph type="subTitle" idx="1"/>
          </p:nvPr>
        </p:nvSpPr>
        <p:spPr>
          <a:xfrm>
            <a:off x="612646" y="5588006"/>
            <a:ext cx="7769354" cy="634991"/>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cxnSp>
        <p:nvCxnSpPr>
          <p:cNvPr id="8" name="Straight Connector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E98C5E6-9287-6A44-A9ED-68C630E53090}" type="datetime1">
              <a:rPr lang="en-US" smtClean="0"/>
              <a:t>12/3/2025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5308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2">
            <a:lumMod val="9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3784593-B08F-6412-D575-67F684C5A929}"/>
              </a:ext>
            </a:extLst>
          </p:cNvPr>
          <p:cNvSpPr>
            <a:spLocks noGrp="1"/>
          </p:cNvSpPr>
          <p:nvPr>
            <p:ph type="ctrTitle"/>
          </p:nvPr>
        </p:nvSpPr>
        <p:spPr>
          <a:xfrm>
            <a:off x="598578" y="2018460"/>
            <a:ext cx="9140954" cy="3236439"/>
          </a:xfrm>
        </p:spPr>
        <p:txBody>
          <a:bodyPr vert="horz" lIns="91440" tIns="45720" rIns="91440" bIns="45720" rtlCol="0" anchor="b">
            <a:noAutofit/>
          </a:bodyPr>
          <a:lstStyle>
            <a:lvl1pPr>
              <a:defRPr lang="en-US" sz="6000" dirty="0"/>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4192A629-1C7A-908C-99B6-E95B0C98017A}"/>
              </a:ext>
            </a:extLst>
          </p:cNvPr>
          <p:cNvSpPr>
            <a:spLocks noGrp="1"/>
          </p:cNvSpPr>
          <p:nvPr>
            <p:ph type="subTitle" idx="1"/>
          </p:nvPr>
        </p:nvSpPr>
        <p:spPr>
          <a:xfrm>
            <a:off x="598579" y="5477529"/>
            <a:ext cx="7312153" cy="1014984"/>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endParaRPr lang="en-US" dirty="0"/>
          </a:p>
        </p:txBody>
      </p:sp>
      <p:cxnSp>
        <p:nvCxnSpPr>
          <p:cNvPr id="9" name="Straight Connector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AF22403-57C6-1844-A1CE-EC8B0C9F71DA}" type="datetime1">
              <a:rPr lang="en-US" smtClean="0"/>
              <a:t>12/3/2025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3119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10FCED8-73AC-58D6-B68F-AAFD305C6675}"/>
              </a:ext>
            </a:extLst>
          </p:cNvPr>
          <p:cNvSpPr>
            <a:spLocks noGrp="1"/>
          </p:cNvSpPr>
          <p:nvPr>
            <p:ph type="ctrTitle"/>
          </p:nvPr>
        </p:nvSpPr>
        <p:spPr>
          <a:xfrm>
            <a:off x="1981200" y="1560442"/>
            <a:ext cx="8229600" cy="2379013"/>
          </a:xfrm>
        </p:spPr>
        <p:txBody>
          <a:bodyPr anchor="b">
            <a:normAutofit/>
          </a:bodyPr>
          <a:lstStyle>
            <a:lvl1pPr algn="ctr">
              <a:defRPr sz="6000"/>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D983008E-F782-B9DD-6537-0B9EAE9279E9}"/>
              </a:ext>
            </a:extLst>
          </p:cNvPr>
          <p:cNvSpPr>
            <a:spLocks noGrp="1"/>
          </p:cNvSpPr>
          <p:nvPr>
            <p:ph type="subTitle" idx="1"/>
          </p:nvPr>
        </p:nvSpPr>
        <p:spPr>
          <a:xfrm>
            <a:off x="2301923" y="4039648"/>
            <a:ext cx="7588155" cy="1029310"/>
          </a:xfrm>
          <a:prstGeom prst="rect">
            <a:avLst/>
          </a:prstGeo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EF67CE4-B6BA-0C48-874C-4DFD10A9B4AF}" type="datetime1">
              <a:rPr lang="en-US" smtClean="0"/>
              <a:t>12/3/2025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197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355388B-2964-6FA6-1B0D-6858F19DB09C}"/>
              </a:ext>
            </a:extLst>
          </p:cNvPr>
          <p:cNvSpPr>
            <a:spLocks noGrp="1"/>
          </p:cNvSpPr>
          <p:nvPr>
            <p:ph type="ctrTitle" hasCustomPrompt="1"/>
          </p:nvPr>
        </p:nvSpPr>
        <p:spPr>
          <a:xfrm>
            <a:off x="612648" y="1001713"/>
            <a:ext cx="7909560" cy="5477510"/>
          </a:xfrm>
        </p:spPr>
        <p:txBody>
          <a:bodyPr vert="horz" lIns="91440" tIns="45720" rIns="91440" bIns="45720" rtlCol="0" anchor="b">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E0ED0FC-24F7-C844-8E98-AE6A55D9AF57}" type="datetime1">
              <a:rPr lang="en-US" smtClean="0"/>
              <a:t>12/3/2025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924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55A84E-CDD9-01F9-8DA0-BCAED7E43D04}"/>
              </a:ext>
            </a:extLst>
          </p:cNvPr>
          <p:cNvSpPr>
            <a:spLocks noGrp="1"/>
          </p:cNvSpPr>
          <p:nvPr>
            <p:ph type="title" hasCustomPrompt="1"/>
          </p:nvPr>
        </p:nvSpPr>
        <p:spPr>
          <a:xfrm>
            <a:off x="609599" y="634988"/>
            <a:ext cx="4754563" cy="5568895"/>
          </a:xfrm>
        </p:spPr>
        <p:txBody>
          <a:bodyPr anchor="ctr">
            <a:normAutofit/>
          </a:bodyPr>
          <a:lstStyle>
            <a:lvl1pPr algn="ctr">
              <a:defRPr sz="3600"/>
            </a:lvl1pPr>
          </a:lstStyle>
          <a:p>
            <a:r>
              <a:rPr lang="en-US" dirty="0"/>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0B683C1-A69F-6246-93C5-635FEE862ABF}" type="datetime1">
              <a:rPr lang="en-US" smtClean="0"/>
              <a:t>12/3/2025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Content Placeholder 6">
            <a:extLst>
              <a:ext uri="{FF2B5EF4-FFF2-40B4-BE49-F238E27FC236}">
                <a16:creationId xmlns:a16="http://schemas.microsoft.com/office/drawing/2014/main" id="{731916B7-ECCD-C24F-03F1-DB5BB483E71F}"/>
              </a:ext>
            </a:extLst>
          </p:cNvPr>
          <p:cNvSpPr>
            <a:spLocks noGrp="1"/>
          </p:cNvSpPr>
          <p:nvPr>
            <p:ph sz="quarter" idx="13"/>
          </p:nvPr>
        </p:nvSpPr>
        <p:spPr>
          <a:xfrm>
            <a:off x="5725556" y="634989"/>
            <a:ext cx="5501871" cy="5568895"/>
          </a:xfrm>
          <a:prstGeom prst="rect">
            <a:avLst/>
          </a:prstGeom>
        </p:spPr>
        <p:txBody>
          <a:bodyPr anchor="ct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3739F038-F9FC-1926-4D71-CC8CA3499051}"/>
              </a:ext>
            </a:extLst>
          </p:cNvPr>
          <p:cNvCxnSpPr>
            <a:cxnSpLocks/>
          </p:cNvCxnSpPr>
          <p:nvPr userDrawn="1"/>
        </p:nvCxnSpPr>
        <p:spPr>
          <a:xfrm>
            <a:off x="5544868" y="164150"/>
            <a:ext cx="6647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7BDF7-C98C-7BAF-72C0-73D855999627}"/>
              </a:ext>
            </a:extLst>
          </p:cNvPr>
          <p:cNvCxnSpPr>
            <a:cxnSpLocks/>
          </p:cNvCxnSpPr>
          <p:nvPr userDrawn="1"/>
        </p:nvCxnSpPr>
        <p:spPr>
          <a:xfrm>
            <a:off x="55448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665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C92E087-D311-16FB-DFD8-7DFD79458D04}"/>
              </a:ext>
            </a:extLst>
          </p:cNvPr>
          <p:cNvCxnSpPr>
            <a:cxnSpLocks/>
          </p:cNvCxnSpPr>
          <p:nvPr userDrawn="1"/>
        </p:nvCxnSpPr>
        <p:spPr>
          <a:xfrm>
            <a:off x="4734117" y="164150"/>
            <a:ext cx="745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B660C5CD-5D68-8F5D-7451-71E5050BBB85}"/>
              </a:ext>
            </a:extLst>
          </p:cNvPr>
          <p:cNvSpPr>
            <a:spLocks noGrp="1"/>
          </p:cNvSpPr>
          <p:nvPr>
            <p:ph type="title" hasCustomPrompt="1"/>
          </p:nvPr>
        </p:nvSpPr>
        <p:spPr>
          <a:xfrm>
            <a:off x="5366300" y="634989"/>
            <a:ext cx="5916508" cy="2010163"/>
          </a:xfrm>
        </p:spPr>
        <p:txBody>
          <a:bodyPr anchor="b">
            <a:normAutofit/>
          </a:bodyPr>
          <a:lstStyle>
            <a:lvl1pPr>
              <a:defRPr sz="3600"/>
            </a:lvl1pPr>
          </a:lstStyle>
          <a:p>
            <a:r>
              <a:rPr lang="en-US" dirty="0"/>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a:lstStyle/>
          <a:p>
            <a:fld id="{1E1C6775-CD52-A54C-A886-04159AE48FCC}" type="datetime1">
              <a:rPr lang="en-US" smtClean="0"/>
              <a:t>12/3/2025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598329" y="0"/>
            <a:ext cx="396725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b="1" dirty="0">
                <a:effectLst/>
              </a:rPr>
              <a:t> </a:t>
            </a:r>
            <a:endParaRPr lang="en-US" dirty="0"/>
          </a:p>
        </p:txBody>
      </p:sp>
      <p:cxnSp>
        <p:nvCxnSpPr>
          <p:cNvPr id="14" name="Straight Connector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6">
            <a:extLst>
              <a:ext uri="{FF2B5EF4-FFF2-40B4-BE49-F238E27FC236}">
                <a16:creationId xmlns:a16="http://schemas.microsoft.com/office/drawing/2014/main" id="{5CF91619-8B0D-4421-A55F-551E27448797}"/>
              </a:ext>
            </a:extLst>
          </p:cNvPr>
          <p:cNvSpPr>
            <a:spLocks noGrp="1"/>
          </p:cNvSpPr>
          <p:nvPr>
            <p:ph sz="quarter" idx="13"/>
          </p:nvPr>
        </p:nvSpPr>
        <p:spPr>
          <a:xfrm>
            <a:off x="5366301" y="2785844"/>
            <a:ext cx="5916507" cy="3436789"/>
          </a:xfrm>
          <a:prstGeom prst="rect">
            <a:avLst/>
          </a:prstGeo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33DCD739-74E4-2105-6F53-768C6751732F}"/>
              </a:ext>
            </a:extLst>
          </p:cNvPr>
          <p:cNvCxnSpPr>
            <a:cxnSpLocks/>
          </p:cNvCxnSpPr>
          <p:nvPr userDrawn="1"/>
        </p:nvCxnSpPr>
        <p:spPr>
          <a:xfrm>
            <a:off x="47341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567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790911" y="2133600"/>
            <a:ext cx="6623436" cy="1070776"/>
          </a:xfrm>
        </p:spPr>
        <p:txBody>
          <a:bodyPr anchor="b">
            <a:noAutofit/>
          </a:bodyPr>
          <a:lstStyle>
            <a:lvl1pPr algn="ct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3768786" y="3335364"/>
            <a:ext cx="4659735" cy="1645198"/>
          </a:xfrm>
          <a:prstGeom prst="rect">
            <a:avLst/>
          </a:prstGeo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07350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A3D046-B01C-DBA5-51DF-DBED5201FE45}"/>
              </a:ext>
            </a:extLst>
          </p:cNvPr>
          <p:cNvSpPr>
            <a:spLocks noGrp="1"/>
          </p:cNvSpPr>
          <p:nvPr>
            <p:ph type="title"/>
          </p:nvPr>
        </p:nvSpPr>
        <p:spPr>
          <a:xfrm>
            <a:off x="612646" y="639308"/>
            <a:ext cx="3493858" cy="3456894"/>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325E669-05A6-404B-8715-25833A839546}"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6597F5E1-A046-AB64-9D7D-F213B99BA206}"/>
              </a:ext>
            </a:extLst>
          </p:cNvPr>
          <p:cNvSpPr>
            <a:spLocks noGrp="1"/>
          </p:cNvSpPr>
          <p:nvPr>
            <p:ph sz="quarter" idx="13"/>
          </p:nvPr>
        </p:nvSpPr>
        <p:spPr>
          <a:xfrm>
            <a:off x="4784847" y="634990"/>
            <a:ext cx="4956175"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2A7D9751-738D-5DDB-78D9-0E6ADE16DBF4}"/>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097523F-06BD-1944-4024-B46F8F3B01EF}"/>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02246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78FADAF-0BCA-C95A-D2BE-C98740CF0EB8}"/>
              </a:ext>
            </a:extLst>
          </p:cNvPr>
          <p:cNvSpPr>
            <a:spLocks noGrp="1"/>
          </p:cNvSpPr>
          <p:nvPr>
            <p:ph type="title"/>
          </p:nvPr>
        </p:nvSpPr>
        <p:spPr>
          <a:xfrm>
            <a:off x="614678" y="634556"/>
            <a:ext cx="3923455" cy="4083580"/>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6DFBFE4-ABE6-4446-98A0-81193AB08FE6}"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3B645384-979B-3284-353F-AE6BA73B6308}"/>
              </a:ext>
            </a:extLst>
          </p:cNvPr>
          <p:cNvSpPr>
            <a:spLocks noGrp="1"/>
          </p:cNvSpPr>
          <p:nvPr>
            <p:ph sz="quarter" idx="13"/>
          </p:nvPr>
        </p:nvSpPr>
        <p:spPr>
          <a:xfrm>
            <a:off x="5156011" y="634990"/>
            <a:ext cx="6045390"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31DE67CE-9944-D773-D6CE-6886E0FC7B92}"/>
              </a:ext>
            </a:extLst>
          </p:cNvPr>
          <p:cNvCxnSpPr>
            <a:cxnSpLocks/>
          </p:cNvCxnSpPr>
          <p:nvPr userDrawn="1"/>
        </p:nvCxnSpPr>
        <p:spPr>
          <a:xfrm>
            <a:off x="4845153" y="164150"/>
            <a:ext cx="7346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113B4-BD8F-E8D0-B91A-25A71EBD29DB}"/>
              </a:ext>
            </a:extLst>
          </p:cNvPr>
          <p:cNvCxnSpPr>
            <a:cxnSpLocks/>
          </p:cNvCxnSpPr>
          <p:nvPr userDrawn="1"/>
        </p:nvCxnSpPr>
        <p:spPr>
          <a:xfrm>
            <a:off x="484515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72932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C402DE-0801-3DC8-B525-21BE7D10845C}"/>
              </a:ext>
            </a:extLst>
          </p:cNvPr>
          <p:cNvSpPr>
            <a:spLocks noGrp="1"/>
          </p:cNvSpPr>
          <p:nvPr>
            <p:ph type="title"/>
          </p:nvPr>
        </p:nvSpPr>
        <p:spPr>
          <a:xfrm>
            <a:off x="614677" y="634990"/>
            <a:ext cx="3496147" cy="4940661"/>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830A1E6-64A0-A640-8661-BD4B0C6BF0D6}"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FAFB8F5C-FBC3-1AD5-7B6E-3D6E72CC8EDA}"/>
              </a:ext>
            </a:extLst>
          </p:cNvPr>
          <p:cNvSpPr>
            <a:spLocks noGrp="1"/>
          </p:cNvSpPr>
          <p:nvPr>
            <p:ph sz="quarter" idx="13"/>
          </p:nvPr>
        </p:nvSpPr>
        <p:spPr>
          <a:xfrm>
            <a:off x="4800600" y="634990"/>
            <a:ext cx="6775703"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E987FE6-F1FA-D76D-889F-27925E215AFE}"/>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D5175A-6AE4-265E-5E7C-0D58C0399013}"/>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1380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A14E02C-EAB1-336F-35FC-74C50ABEE3F5}"/>
              </a:ext>
            </a:extLst>
          </p:cNvPr>
          <p:cNvSpPr>
            <a:spLocks noGrp="1"/>
          </p:cNvSpPr>
          <p:nvPr>
            <p:ph type="title"/>
          </p:nvPr>
        </p:nvSpPr>
        <p:spPr>
          <a:xfrm>
            <a:off x="612646" y="634991"/>
            <a:ext cx="3203979" cy="2960689"/>
          </a:xfrm>
        </p:spPr>
        <p:txBody>
          <a:bodyPr anchor="t">
            <a:normAutofit/>
          </a:bodyPr>
          <a:lstStyle>
            <a:lvl1pPr>
              <a:defRPr sz="3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E2C4FF-3DB1-694D-98F8-CDB69183155A}"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228395-2719-9A44-CE27-6CFD8BD848E8}"/>
              </a:ext>
            </a:extLst>
          </p:cNvPr>
          <p:cNvCxnSpPr>
            <a:cxnSpLocks/>
          </p:cNvCxnSpPr>
          <p:nvPr userDrawn="1"/>
        </p:nvCxnSpPr>
        <p:spPr>
          <a:xfrm>
            <a:off x="4076527" y="164150"/>
            <a:ext cx="8115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83E6F6-12DD-3AC0-8C59-D6E9DEDA1456}"/>
              </a:ext>
            </a:extLst>
          </p:cNvPr>
          <p:cNvCxnSpPr>
            <a:cxnSpLocks/>
          </p:cNvCxnSpPr>
          <p:nvPr userDrawn="1"/>
        </p:nvCxnSpPr>
        <p:spPr>
          <a:xfrm>
            <a:off x="40765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7">
            <a:extLst>
              <a:ext uri="{FF2B5EF4-FFF2-40B4-BE49-F238E27FC236}">
                <a16:creationId xmlns:a16="http://schemas.microsoft.com/office/drawing/2014/main" id="{A0FAA1F1-BF1B-05BE-95CD-DAD1794AEEC3}"/>
              </a:ext>
            </a:extLst>
          </p:cNvPr>
          <p:cNvSpPr>
            <a:spLocks noGrp="1"/>
          </p:cNvSpPr>
          <p:nvPr>
            <p:ph sz="quarter" idx="13"/>
          </p:nvPr>
        </p:nvSpPr>
        <p:spPr>
          <a:xfrm>
            <a:off x="4336430" y="634990"/>
            <a:ext cx="7239873" cy="52212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44173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CB705E-6980-8EA2-DEFB-527BC9F42B3C}"/>
              </a:ext>
            </a:extLst>
          </p:cNvPr>
          <p:cNvSpPr>
            <a:spLocks noGrp="1"/>
          </p:cNvSpPr>
          <p:nvPr>
            <p:ph type="title"/>
          </p:nvPr>
        </p:nvSpPr>
        <p:spPr>
          <a:xfrm>
            <a:off x="5195209" y="649229"/>
            <a:ext cx="6426389" cy="1315029"/>
          </a:xfrm>
        </p:spPr>
        <p:txBody>
          <a:bodyPr anchor="t"/>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a:lstStyle/>
          <a:p>
            <a:fld id="{3B20CA3A-3B93-8A4D-A86D-073A7B7FB78B}" type="datetime1">
              <a:rPr lang="en-US" smtClean="0"/>
              <a:t>12/3/2025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1"/>
            <a:ext cx="3955689" cy="6858000"/>
          </a:xfrm>
          <a:prstGeom prst="rect">
            <a:avLst/>
          </a:prstGeom>
          <a:blipFill dpi="0" rotWithShape="1">
            <a:blip r:embed="rId2">
              <a:alphaModFix amt="60000"/>
            </a:blip>
            <a:srcRect/>
            <a:stretch>
              <a:fillRect l="-2278" r="-6699"/>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1DEA9FDC-933A-D673-02B2-DFC917E1F183}"/>
              </a:ext>
            </a:extLst>
          </p:cNvPr>
          <p:cNvSpPr>
            <a:spLocks noGrp="1"/>
          </p:cNvSpPr>
          <p:nvPr>
            <p:ph sz="quarter" idx="14"/>
          </p:nvPr>
        </p:nvSpPr>
        <p:spPr>
          <a:xfrm>
            <a:off x="5196566" y="2129468"/>
            <a:ext cx="6418935" cy="40931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8F3207AA-DF92-4449-9316-61475F014448}"/>
              </a:ext>
            </a:extLst>
          </p:cNvPr>
          <p:cNvCxnSpPr>
            <a:cxnSpLocks/>
          </p:cNvCxnSpPr>
          <p:nvPr userDrawn="1"/>
        </p:nvCxnSpPr>
        <p:spPr>
          <a:xfrm>
            <a:off x="4554017" y="164150"/>
            <a:ext cx="76379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D34805F9-D010-6E54-928C-1EBB88CBA9D3}"/>
              </a:ext>
            </a:extLst>
          </p:cNvPr>
          <p:cNvCxnSpPr>
            <a:cxnSpLocks/>
          </p:cNvCxnSpPr>
          <p:nvPr userDrawn="1"/>
        </p:nvCxnSpPr>
        <p:spPr>
          <a:xfrm>
            <a:off x="455852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29057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54697B-6BB0-3017-1C4B-D8473D35C9F1}"/>
              </a:ext>
            </a:extLst>
          </p:cNvPr>
          <p:cNvSpPr>
            <a:spLocks noGrp="1"/>
          </p:cNvSpPr>
          <p:nvPr>
            <p:ph type="title"/>
          </p:nvPr>
        </p:nvSpPr>
        <p:spPr>
          <a:xfrm>
            <a:off x="612647" y="634999"/>
            <a:ext cx="6339541" cy="11913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dirty="0"/>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83FF3418-23F6-0E41-81BF-3ADC067979C5}" type="datetime1">
              <a:rPr lang="en-US" smtClean="0"/>
              <a:t>12/3/2025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967BDF5B-E352-4558-1EFA-37F504BFE32E}"/>
              </a:ext>
            </a:extLst>
          </p:cNvPr>
          <p:cNvCxnSpPr>
            <a:cxnSpLocks/>
          </p:cNvCxnSpPr>
          <p:nvPr userDrawn="1"/>
        </p:nvCxnSpPr>
        <p:spPr>
          <a:xfrm>
            <a:off x="429208" y="164150"/>
            <a:ext cx="71911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7">
            <a:extLst>
              <a:ext uri="{FF2B5EF4-FFF2-40B4-BE49-F238E27FC236}">
                <a16:creationId xmlns:a16="http://schemas.microsoft.com/office/drawing/2014/main" id="{071AEEC6-CCC7-7524-30CC-97FFD70292E7}"/>
              </a:ext>
            </a:extLst>
          </p:cNvPr>
          <p:cNvSpPr>
            <a:spLocks noGrp="1"/>
          </p:cNvSpPr>
          <p:nvPr>
            <p:ph sz="quarter" idx="14"/>
          </p:nvPr>
        </p:nvSpPr>
        <p:spPr>
          <a:xfrm>
            <a:off x="612774" y="1975104"/>
            <a:ext cx="6339414" cy="42289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D02BFE52-C7C3-A7E3-F6D9-EDECDF40EF56}"/>
              </a:ext>
            </a:extLst>
          </p:cNvPr>
          <p:cNvCxnSpPr>
            <a:cxnSpLocks/>
          </p:cNvCxnSpPr>
          <p:nvPr userDrawn="1"/>
        </p:nvCxnSpPr>
        <p:spPr>
          <a:xfrm>
            <a:off x="76203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43412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4487024" y="634999"/>
            <a:ext cx="6950232" cy="112452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F2A5EBC1-EEC5-7C42-832C-A9026EE0BC29}" type="datetime1">
              <a:rPr lang="en-US" smtClean="0"/>
              <a:t>12/3/2025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dirty="0"/>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4487024" y="1879608"/>
            <a:ext cx="6950232" cy="4343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785148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1"/>
      </p:bgRef>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16649CF-C20C-7376-D09A-88A289B7A347}"/>
              </a:ext>
            </a:extLst>
          </p:cNvPr>
          <p:cNvCxnSpPr>
            <a:cxnSpLocks/>
          </p:cNvCxnSpPr>
          <p:nvPr userDrawn="1"/>
        </p:nvCxnSpPr>
        <p:spPr>
          <a:xfrm>
            <a:off x="429208" y="164150"/>
            <a:ext cx="8506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2035DE79-838A-407A-D882-E2ECC332BA37}"/>
              </a:ext>
            </a:extLst>
          </p:cNvPr>
          <p:cNvSpPr>
            <a:spLocks noGrp="1"/>
          </p:cNvSpPr>
          <p:nvPr>
            <p:ph type="title"/>
          </p:nvPr>
        </p:nvSpPr>
        <p:spPr>
          <a:xfrm>
            <a:off x="612646" y="634999"/>
            <a:ext cx="8053370" cy="932688"/>
          </a:xfrm>
        </p:spPr>
        <p:txBody>
          <a:bodyPr anchor="t"/>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a:lstStyle/>
          <a:p>
            <a:fld id="{0CAB06F6-E685-BB44-8251-DAABC7824548}" type="datetime1">
              <a:rPr lang="en-US" smtClean="0"/>
              <a:t>12/3/2025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7">
            <a:extLst>
              <a:ext uri="{FF2B5EF4-FFF2-40B4-BE49-F238E27FC236}">
                <a16:creationId xmlns:a16="http://schemas.microsoft.com/office/drawing/2014/main" id="{74611DE4-D3F2-8522-9161-AA66017D25C5}"/>
              </a:ext>
            </a:extLst>
          </p:cNvPr>
          <p:cNvSpPr>
            <a:spLocks noGrp="1"/>
          </p:cNvSpPr>
          <p:nvPr>
            <p:ph sz="quarter" idx="14"/>
          </p:nvPr>
        </p:nvSpPr>
        <p:spPr>
          <a:xfrm>
            <a:off x="612646" y="1710153"/>
            <a:ext cx="8053370" cy="453537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0">
            <a:extLst>
              <a:ext uri="{FF2B5EF4-FFF2-40B4-BE49-F238E27FC236}">
                <a16:creationId xmlns:a16="http://schemas.microsoft.com/office/drawing/2014/main" id="{30B91F0A-C479-FEF7-833F-CCE5C4EB4617}"/>
              </a:ext>
            </a:extLst>
          </p:cNvPr>
          <p:cNvSpPr>
            <a:spLocks noGrp="1"/>
          </p:cNvSpPr>
          <p:nvPr>
            <p:ph type="pic" sz="quarter" idx="13" hasCustomPrompt="1"/>
          </p:nvPr>
        </p:nvSpPr>
        <p:spPr>
          <a:xfrm>
            <a:off x="8935487" y="0"/>
            <a:ext cx="325651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83378864-FFEC-CA89-08FD-A1FFF3F03CA9}"/>
              </a:ext>
            </a:extLst>
          </p:cNvPr>
          <p:cNvCxnSpPr>
            <a:cxnSpLocks/>
          </p:cNvCxnSpPr>
          <p:nvPr userDrawn="1"/>
        </p:nvCxnSpPr>
        <p:spPr>
          <a:xfrm>
            <a:off x="893548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7055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7094553" y="634999"/>
            <a:ext cx="4477512" cy="1328932"/>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a:lstStyle>
            <a:lvl1pPr>
              <a:defRPr>
                <a:solidFill>
                  <a:schemeClr val="tx1"/>
                </a:solidFill>
                <a:effectLst/>
              </a:defRPr>
            </a:lvl1pPr>
          </a:lstStyle>
          <a:p>
            <a:fld id="{18FB12C4-D228-0548-ADB4-1A4C8851F4D3}"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6453101" y="164150"/>
            <a:ext cx="5738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0"/>
            <a:ext cx="584350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64531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7094553" y="2110570"/>
            <a:ext cx="4477512" cy="4282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0186592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78C3E4-9A2C-A408-E558-ACBB88C70840}"/>
              </a:ext>
            </a:extLst>
          </p:cNvPr>
          <p:cNvSpPr>
            <a:spLocks noGrp="1"/>
          </p:cNvSpPr>
          <p:nvPr>
            <p:ph type="title"/>
          </p:nvPr>
        </p:nvSpPr>
        <p:spPr>
          <a:xfrm>
            <a:off x="612649" y="632326"/>
            <a:ext cx="4494189" cy="1288169"/>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a:lstStyle/>
          <a:p>
            <a:fld id="{2992CB46-8CF1-8348-978D-ADB871DB2637}"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9" name="Content Placeholder 7">
            <a:extLst>
              <a:ext uri="{FF2B5EF4-FFF2-40B4-BE49-F238E27FC236}">
                <a16:creationId xmlns:a16="http://schemas.microsoft.com/office/drawing/2014/main" id="{3FB30328-57E8-EA3D-F9A4-154570AE3DF0}"/>
              </a:ext>
            </a:extLst>
          </p:cNvPr>
          <p:cNvSpPr>
            <a:spLocks noGrp="1"/>
          </p:cNvSpPr>
          <p:nvPr>
            <p:ph sz="quarter" idx="14"/>
          </p:nvPr>
        </p:nvSpPr>
        <p:spPr>
          <a:xfrm>
            <a:off x="612775" y="2068714"/>
            <a:ext cx="4494063" cy="41569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39DAEF4D-3959-2C17-59C0-0C51806BBED5}"/>
              </a:ext>
            </a:extLst>
          </p:cNvPr>
          <p:cNvSpPr>
            <a:spLocks noGrp="1"/>
          </p:cNvSpPr>
          <p:nvPr>
            <p:ph type="pic" sz="quarter" idx="15" hasCustomPrompt="1"/>
          </p:nvPr>
        </p:nvSpPr>
        <p:spPr>
          <a:xfrm>
            <a:off x="5658928" y="0"/>
            <a:ext cx="6533072" cy="6858000"/>
          </a:xfrm>
          <a:prstGeom prst="rect">
            <a:avLst/>
          </a:prstGeom>
          <a:blipFill dpi="0" rotWithShape="1">
            <a:blip r:embed="rId2">
              <a:alphaModFix amt="60000"/>
            </a:blip>
            <a:srcRect/>
            <a:stretch>
              <a:fillRect l="-154" r="-154"/>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1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C1A446-6BAE-22CC-E376-C7034DBFDE71}"/>
              </a:ext>
            </a:extLst>
          </p:cNvPr>
          <p:cNvCxnSpPr>
            <a:cxnSpLocks/>
          </p:cNvCxnSpPr>
          <p:nvPr userDrawn="1"/>
        </p:nvCxnSpPr>
        <p:spPr>
          <a:xfrm>
            <a:off x="5656309" y="372"/>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85553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496FAE0-B42A-699E-0194-1D9B07385D83}"/>
              </a:ext>
            </a:extLst>
          </p:cNvPr>
          <p:cNvSpPr>
            <a:spLocks noGrp="1"/>
          </p:cNvSpPr>
          <p:nvPr>
            <p:ph type="title"/>
          </p:nvPr>
        </p:nvSpPr>
        <p:spPr>
          <a:xfrm>
            <a:off x="8212663" y="634999"/>
            <a:ext cx="3363514" cy="1667226"/>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a:lstStyle>
            <a:lvl1pPr>
              <a:defRPr>
                <a:solidFill>
                  <a:schemeClr val="tx1"/>
                </a:solidFill>
                <a:effectLst/>
              </a:defRPr>
            </a:lvl1pPr>
          </a:lstStyle>
          <a:p>
            <a:fld id="{C35D9022-AF13-914E-AAF5-06802DCD2AF1}"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3" name="Picture Placeholder 10">
            <a:extLst>
              <a:ext uri="{FF2B5EF4-FFF2-40B4-BE49-F238E27FC236}">
                <a16:creationId xmlns:a16="http://schemas.microsoft.com/office/drawing/2014/main" id="{2CCC32EC-CCE1-D04B-E748-1BE84D20874B}"/>
              </a:ext>
            </a:extLst>
          </p:cNvPr>
          <p:cNvSpPr>
            <a:spLocks noGrp="1"/>
          </p:cNvSpPr>
          <p:nvPr>
            <p:ph type="pic" sz="quarter" idx="14" hasCustomPrompt="1"/>
          </p:nvPr>
        </p:nvSpPr>
        <p:spPr>
          <a:xfrm>
            <a:off x="597134" y="0"/>
            <a:ext cx="698701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4" name="Content Placeholder 7">
            <a:extLst>
              <a:ext uri="{FF2B5EF4-FFF2-40B4-BE49-F238E27FC236}">
                <a16:creationId xmlns:a16="http://schemas.microsoft.com/office/drawing/2014/main" id="{8B608AF4-46F5-990E-C133-313D6B22C312}"/>
              </a:ext>
            </a:extLst>
          </p:cNvPr>
          <p:cNvSpPr>
            <a:spLocks noGrp="1"/>
          </p:cNvSpPr>
          <p:nvPr>
            <p:ph sz="quarter" idx="15"/>
          </p:nvPr>
        </p:nvSpPr>
        <p:spPr>
          <a:xfrm>
            <a:off x="8212790" y="2450529"/>
            <a:ext cx="3363513" cy="385464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78B378FF-8198-DC37-BA5B-473DEDD75988}"/>
              </a:ext>
            </a:extLst>
          </p:cNvPr>
          <p:cNvCxnSpPr>
            <a:cxnSpLocks/>
          </p:cNvCxnSpPr>
          <p:nvPr userDrawn="1"/>
        </p:nvCxnSpPr>
        <p:spPr>
          <a:xfrm>
            <a:off x="7584144" y="164150"/>
            <a:ext cx="46078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54E56D6-14F7-4AF8-BCF3-2B60F1174250}"/>
              </a:ext>
            </a:extLst>
          </p:cNvPr>
          <p:cNvCxnSpPr>
            <a:cxnSpLocks/>
          </p:cNvCxnSpPr>
          <p:nvPr userDrawn="1"/>
        </p:nvCxnSpPr>
        <p:spPr>
          <a:xfrm>
            <a:off x="758829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85112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73E7AA6-3E01-E0FE-40A6-864DFD88873B}"/>
              </a:ext>
            </a:extLst>
          </p:cNvPr>
          <p:cNvSpPr>
            <a:spLocks noGrp="1"/>
          </p:cNvSpPr>
          <p:nvPr>
            <p:ph type="title"/>
          </p:nvPr>
        </p:nvSpPr>
        <p:spPr>
          <a:xfrm>
            <a:off x="615697" y="634999"/>
            <a:ext cx="3363510" cy="1667226"/>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a:lstStyle/>
          <a:p>
            <a:fld id="{4D3895DF-CE00-4443-B506-04551A131964}"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4" name="Content Placeholder 7">
            <a:extLst>
              <a:ext uri="{FF2B5EF4-FFF2-40B4-BE49-F238E27FC236}">
                <a16:creationId xmlns:a16="http://schemas.microsoft.com/office/drawing/2014/main" id="{07C31AA0-00A0-8749-8CC5-95B234604803}"/>
              </a:ext>
            </a:extLst>
          </p:cNvPr>
          <p:cNvSpPr>
            <a:spLocks noGrp="1"/>
          </p:cNvSpPr>
          <p:nvPr>
            <p:ph sz="quarter" idx="14"/>
          </p:nvPr>
        </p:nvSpPr>
        <p:spPr>
          <a:xfrm>
            <a:off x="615824" y="2450529"/>
            <a:ext cx="3363513" cy="38148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10">
            <a:extLst>
              <a:ext uri="{FF2B5EF4-FFF2-40B4-BE49-F238E27FC236}">
                <a16:creationId xmlns:a16="http://schemas.microsoft.com/office/drawing/2014/main" id="{ABDC61D1-0D87-5A5A-4C73-5CAFD8889E02}"/>
              </a:ext>
            </a:extLst>
          </p:cNvPr>
          <p:cNvSpPr>
            <a:spLocks noGrp="1"/>
          </p:cNvSpPr>
          <p:nvPr>
            <p:ph type="pic" sz="quarter" idx="15" hasCustomPrompt="1"/>
          </p:nvPr>
        </p:nvSpPr>
        <p:spPr>
          <a:xfrm>
            <a:off x="4607856"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6838F21-75ED-E44B-42EB-FC7FE5E930B5}"/>
              </a:ext>
            </a:extLst>
          </p:cNvPr>
          <p:cNvCxnSpPr>
            <a:cxnSpLocks/>
          </p:cNvCxnSpPr>
          <p:nvPr userDrawn="1"/>
        </p:nvCxnSpPr>
        <p:spPr>
          <a:xfrm>
            <a:off x="431800" y="164150"/>
            <a:ext cx="41628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F9AEDF6-9814-FD08-73EB-63D58BF776EA}"/>
              </a:ext>
            </a:extLst>
          </p:cNvPr>
          <p:cNvCxnSpPr>
            <a:cxnSpLocks/>
          </p:cNvCxnSpPr>
          <p:nvPr userDrawn="1"/>
        </p:nvCxnSpPr>
        <p:spPr>
          <a:xfrm>
            <a:off x="460189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62123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EDD9488-FAAC-3468-EC84-62DCAA385014}"/>
              </a:ext>
            </a:extLst>
          </p:cNvPr>
          <p:cNvSpPr>
            <a:spLocks noGrp="1"/>
          </p:cNvSpPr>
          <p:nvPr>
            <p:ph type="title"/>
          </p:nvPr>
        </p:nvSpPr>
        <p:spPr>
          <a:xfrm>
            <a:off x="8888061" y="634999"/>
            <a:ext cx="2699254" cy="2214453"/>
          </a:xfrm>
        </p:spPr>
        <p:txBody>
          <a:bodyPr anchor="t"/>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a:lstStyle/>
          <a:p>
            <a:r>
              <a:rPr lang="en-US" dirty="0"/>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a:lstStyle/>
          <a:p>
            <a:fld id="{E242787B-6DCB-1542-A351-2D27DB5C9EB5}" type="datetime1">
              <a:rPr lang="en-US" smtClean="0"/>
              <a:t>12/3/2025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a:lstStyle/>
          <a:p>
            <a:fld id="{CC057153-B650-4DEB-B370-79DDCFDCE934}" type="slidenum">
              <a:rPr lang="en-US" smtClean="0"/>
              <a:t>‹#›</a:t>
            </a:fld>
            <a:endParaRPr lang="en-US" dirty="0"/>
          </a:p>
        </p:txBody>
      </p:sp>
      <p:sp>
        <p:nvSpPr>
          <p:cNvPr id="13" name="Picture Placeholder 9">
            <a:extLst>
              <a:ext uri="{FF2B5EF4-FFF2-40B4-BE49-F238E27FC236}">
                <a16:creationId xmlns:a16="http://schemas.microsoft.com/office/drawing/2014/main" id="{9785BB1B-C644-BA77-7DDD-02B6EA405BF6}"/>
              </a:ext>
            </a:extLst>
          </p:cNvPr>
          <p:cNvSpPr>
            <a:spLocks noGrp="1"/>
          </p:cNvSpPr>
          <p:nvPr>
            <p:ph type="pic" sz="quarter" idx="18" hasCustomPrompt="1"/>
          </p:nvPr>
        </p:nvSpPr>
        <p:spPr>
          <a:xfrm>
            <a:off x="604685" y="0"/>
            <a:ext cx="764495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4" name="Content Placeholder 7">
            <a:extLst>
              <a:ext uri="{FF2B5EF4-FFF2-40B4-BE49-F238E27FC236}">
                <a16:creationId xmlns:a16="http://schemas.microsoft.com/office/drawing/2014/main" id="{8E56834F-CC6F-AB0D-0C2D-D32A96F77227}"/>
              </a:ext>
            </a:extLst>
          </p:cNvPr>
          <p:cNvSpPr>
            <a:spLocks noGrp="1"/>
          </p:cNvSpPr>
          <p:nvPr>
            <p:ph sz="quarter" idx="14"/>
          </p:nvPr>
        </p:nvSpPr>
        <p:spPr>
          <a:xfrm>
            <a:off x="8889055"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F9841FB-35AF-1919-0953-5642770662AC}"/>
              </a:ext>
            </a:extLst>
          </p:cNvPr>
          <p:cNvCxnSpPr>
            <a:cxnSpLocks/>
          </p:cNvCxnSpPr>
          <p:nvPr userDrawn="1"/>
        </p:nvCxnSpPr>
        <p:spPr>
          <a:xfrm>
            <a:off x="8259492" y="164150"/>
            <a:ext cx="39325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58AE5DC-7AFC-CD99-8A67-46A580A7DEFE}"/>
              </a:ext>
            </a:extLst>
          </p:cNvPr>
          <p:cNvCxnSpPr>
            <a:cxnSpLocks/>
          </p:cNvCxnSpPr>
          <p:nvPr userDrawn="1"/>
        </p:nvCxnSpPr>
        <p:spPr>
          <a:xfrm>
            <a:off x="825949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89461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60D1278-B5CC-BDBD-8FA3-679C676A536D}"/>
              </a:ext>
            </a:extLst>
          </p:cNvPr>
          <p:cNvSpPr>
            <a:spLocks noGrp="1"/>
          </p:cNvSpPr>
          <p:nvPr>
            <p:ph type="title"/>
          </p:nvPr>
        </p:nvSpPr>
        <p:spPr>
          <a:xfrm>
            <a:off x="615697" y="634999"/>
            <a:ext cx="2699254" cy="2214453"/>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a:lstStyle/>
          <a:p>
            <a:fld id="{B71CD34A-E620-234C-80E5-E81441778490}"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3" name="Content Placeholder 7">
            <a:extLst>
              <a:ext uri="{FF2B5EF4-FFF2-40B4-BE49-F238E27FC236}">
                <a16:creationId xmlns:a16="http://schemas.microsoft.com/office/drawing/2014/main" id="{4C1D2059-BF06-D57F-DC08-4CF8A0E3616D}"/>
              </a:ext>
            </a:extLst>
          </p:cNvPr>
          <p:cNvSpPr>
            <a:spLocks noGrp="1"/>
          </p:cNvSpPr>
          <p:nvPr>
            <p:ph sz="quarter" idx="14"/>
          </p:nvPr>
        </p:nvSpPr>
        <p:spPr>
          <a:xfrm>
            <a:off x="616691"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9">
            <a:extLst>
              <a:ext uri="{FF2B5EF4-FFF2-40B4-BE49-F238E27FC236}">
                <a16:creationId xmlns:a16="http://schemas.microsoft.com/office/drawing/2014/main" id="{FF55FC92-13DA-DA43-D4EE-90F1CFCD3002}"/>
              </a:ext>
            </a:extLst>
          </p:cNvPr>
          <p:cNvSpPr>
            <a:spLocks noGrp="1"/>
          </p:cNvSpPr>
          <p:nvPr>
            <p:ph type="pic" sz="quarter" idx="15"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9C4DF952-8FA0-48F5-F7EF-53D541404A33}"/>
              </a:ext>
            </a:extLst>
          </p:cNvPr>
          <p:cNvCxnSpPr>
            <a:cxnSpLocks/>
          </p:cNvCxnSpPr>
          <p:nvPr userDrawn="1"/>
        </p:nvCxnSpPr>
        <p:spPr>
          <a:xfrm>
            <a:off x="431800" y="164150"/>
            <a:ext cx="3420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D9DCC5-4A76-A29C-BDAD-62E571E6267E}"/>
              </a:ext>
            </a:extLst>
          </p:cNvPr>
          <p:cNvCxnSpPr>
            <a:cxnSpLocks/>
          </p:cNvCxnSpPr>
          <p:nvPr userDrawn="1"/>
        </p:nvCxnSpPr>
        <p:spPr>
          <a:xfrm>
            <a:off x="386152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06910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C775AC-06F6-654A-B451-BF23AC7E4EB9}"/>
              </a:ext>
            </a:extLst>
          </p:cNvPr>
          <p:cNvSpPr>
            <a:spLocks noGrp="1"/>
          </p:cNvSpPr>
          <p:nvPr>
            <p:ph type="title"/>
          </p:nvPr>
        </p:nvSpPr>
        <p:spPr>
          <a:xfrm>
            <a:off x="612646" y="5012268"/>
            <a:ext cx="4019522" cy="1127275"/>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a:lstStyle>
            <a:lvl1pPr>
              <a:defRPr>
                <a:solidFill>
                  <a:schemeClr val="tx1"/>
                </a:solidFill>
                <a:effectLst/>
              </a:defRPr>
            </a:lvl1pPr>
          </a:lstStyle>
          <a:p>
            <a:fld id="{E18AFC1E-5CDA-EE42-95A5-C2F245BB2156}"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a:lstStyle/>
          <a:p>
            <a:fld id="{CC057153-B650-4DEB-B370-79DDCFDCE934}" type="slidenum">
              <a:rPr lang="en-US" smtClean="0"/>
              <a:t>‹#›</a:t>
            </a:fld>
            <a:endParaRPr lang="en-US" dirty="0"/>
          </a:p>
        </p:txBody>
      </p:sp>
      <p:sp>
        <p:nvSpPr>
          <p:cNvPr id="12" name="Picture Placeholder 10">
            <a:extLst>
              <a:ext uri="{FF2B5EF4-FFF2-40B4-BE49-F238E27FC236}">
                <a16:creationId xmlns:a16="http://schemas.microsoft.com/office/drawing/2014/main" id="{13020A22-5D19-D344-F727-D4D20AA1FB7F}"/>
              </a:ext>
            </a:extLst>
          </p:cNvPr>
          <p:cNvSpPr>
            <a:spLocks noGrp="1"/>
          </p:cNvSpPr>
          <p:nvPr>
            <p:ph type="pic" sz="quarter" idx="14" hasCustomPrompt="1"/>
          </p:nvPr>
        </p:nvSpPr>
        <p:spPr>
          <a:xfrm>
            <a:off x="598303" y="0"/>
            <a:ext cx="11593695" cy="4635132"/>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FB7ED5EB-305D-576F-1A1C-06E6B2A0F31B}"/>
              </a:ext>
            </a:extLst>
          </p:cNvPr>
          <p:cNvSpPr>
            <a:spLocks noGrp="1"/>
          </p:cNvSpPr>
          <p:nvPr>
            <p:ph sz="quarter" idx="15"/>
          </p:nvPr>
        </p:nvSpPr>
        <p:spPr>
          <a:xfrm>
            <a:off x="5156009" y="5012267"/>
            <a:ext cx="6426391" cy="124157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24376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425E99-2E4D-268B-5E93-5F4B4D25A22A}"/>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E626BD0-BD46-934B-ADDF-CF3299725EE4}" type="datetime1">
              <a:rPr lang="en-US" smtClean="0"/>
              <a:t>12/3/2025</a:t>
            </a:fld>
            <a:endParaRPr lang="en-US" dirty="0"/>
          </a:p>
        </p:txBody>
      </p:sp>
      <p:sp>
        <p:nvSpPr>
          <p:cNvPr id="9" name="Picture Placeholder 10">
            <a:extLst>
              <a:ext uri="{FF2B5EF4-FFF2-40B4-BE49-F238E27FC236}">
                <a16:creationId xmlns:a16="http://schemas.microsoft.com/office/drawing/2014/main" id="{9FDEF7EB-1801-E3D3-0EB3-A17D6AD2341A}"/>
              </a:ext>
            </a:extLst>
          </p:cNvPr>
          <p:cNvSpPr>
            <a:spLocks noGrp="1"/>
          </p:cNvSpPr>
          <p:nvPr>
            <p:ph type="pic" sz="quarter" idx="14" hasCustomPrompt="1"/>
          </p:nvPr>
        </p:nvSpPr>
        <p:spPr>
          <a:xfrm>
            <a:off x="612645" y="0"/>
            <a:ext cx="11579353" cy="344333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81C221A2-8407-5746-E87B-3CEAD025CD3F}"/>
              </a:ext>
            </a:extLst>
          </p:cNvPr>
          <p:cNvSpPr>
            <a:spLocks noGrp="1"/>
          </p:cNvSpPr>
          <p:nvPr>
            <p:ph sz="quarter" idx="15"/>
          </p:nvPr>
        </p:nvSpPr>
        <p:spPr>
          <a:xfrm>
            <a:off x="4122370" y="3880757"/>
            <a:ext cx="7460029" cy="2443843"/>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4" name="Straight Connector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7672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737DE76-E217-D796-38E2-BE156016BD58}"/>
              </a:ext>
            </a:extLst>
          </p:cNvPr>
          <p:cNvSpPr>
            <a:spLocks noGrp="1"/>
          </p:cNvSpPr>
          <p:nvPr>
            <p:ph type="title"/>
          </p:nvPr>
        </p:nvSpPr>
        <p:spPr>
          <a:xfrm>
            <a:off x="598328" y="634999"/>
            <a:ext cx="3021868" cy="1773540"/>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EC6455-E06F-4448-8EA7-FF67E5DC7A22}"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0" name="Content Placeholder 7">
            <a:extLst>
              <a:ext uri="{FF2B5EF4-FFF2-40B4-BE49-F238E27FC236}">
                <a16:creationId xmlns:a16="http://schemas.microsoft.com/office/drawing/2014/main" id="{38AE8B48-2473-88AA-21D0-3F9273AC0BDE}"/>
              </a:ext>
            </a:extLst>
          </p:cNvPr>
          <p:cNvSpPr>
            <a:spLocks noGrp="1"/>
          </p:cNvSpPr>
          <p:nvPr>
            <p:ph sz="quarter" idx="16"/>
          </p:nvPr>
        </p:nvSpPr>
        <p:spPr>
          <a:xfrm>
            <a:off x="4122370" y="634999"/>
            <a:ext cx="7460029" cy="2330455"/>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3">
            <a:extLst>
              <a:ext uri="{FF2B5EF4-FFF2-40B4-BE49-F238E27FC236}">
                <a16:creationId xmlns:a16="http://schemas.microsoft.com/office/drawing/2014/main" id="{9CF2FA52-EFAF-6671-1458-CF597D619DA6}"/>
              </a:ext>
            </a:extLst>
          </p:cNvPr>
          <p:cNvSpPr>
            <a:spLocks noGrp="1"/>
          </p:cNvSpPr>
          <p:nvPr>
            <p:ph type="pic" sz="quarter" idx="15" hasCustomPrompt="1"/>
          </p:nvPr>
        </p:nvSpPr>
        <p:spPr>
          <a:xfrm>
            <a:off x="597745" y="3636524"/>
            <a:ext cx="11594254"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97018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3FCD0E4-9CD1-93F8-08DF-3BFC834A3E76}"/>
              </a:ext>
            </a:extLst>
          </p:cNvPr>
          <p:cNvSpPr>
            <a:spLocks noGrp="1"/>
          </p:cNvSpPr>
          <p:nvPr>
            <p:ph type="title"/>
          </p:nvPr>
        </p:nvSpPr>
        <p:spPr>
          <a:xfrm>
            <a:off x="612647" y="638736"/>
            <a:ext cx="10969753" cy="93268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a:lstStyle/>
          <a:p>
            <a:fld id="{24773200-F230-534A-AA8E-3237E1017D06}"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A94BBE19-E3B2-673A-37AB-2329CE36DA87}"/>
              </a:ext>
            </a:extLst>
          </p:cNvPr>
          <p:cNvSpPr>
            <a:spLocks noGrp="1"/>
          </p:cNvSpPr>
          <p:nvPr>
            <p:ph sz="quarter" idx="14"/>
          </p:nvPr>
        </p:nvSpPr>
        <p:spPr>
          <a:xfrm>
            <a:off x="612648" y="1713653"/>
            <a:ext cx="4485564"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19D386B7-EEFC-D00F-7761-B261459996D2}"/>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182287401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AA955E6-9DAE-AA3C-BB38-0AC671A4095A}"/>
              </a:ext>
            </a:extLst>
          </p:cNvPr>
          <p:cNvSpPr>
            <a:spLocks noGrp="1"/>
          </p:cNvSpPr>
          <p:nvPr>
            <p:ph type="title"/>
          </p:nvPr>
        </p:nvSpPr>
        <p:spPr>
          <a:xfrm>
            <a:off x="612647" y="634999"/>
            <a:ext cx="10969753" cy="93268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96C85C2-F25E-3944-B64A-31ACAD72BA40}"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7">
            <a:extLst>
              <a:ext uri="{FF2B5EF4-FFF2-40B4-BE49-F238E27FC236}">
                <a16:creationId xmlns:a16="http://schemas.microsoft.com/office/drawing/2014/main" id="{4025B090-9FA9-0FC5-EA6A-9BA0F54A4064}"/>
              </a:ext>
            </a:extLst>
          </p:cNvPr>
          <p:cNvSpPr>
            <a:spLocks noGrp="1"/>
          </p:cNvSpPr>
          <p:nvPr>
            <p:ph sz="quarter" idx="14"/>
          </p:nvPr>
        </p:nvSpPr>
        <p:spPr>
          <a:xfrm>
            <a:off x="612647" y="1912398"/>
            <a:ext cx="4637269" cy="42250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5">
            <a:extLst>
              <a:ext uri="{FF2B5EF4-FFF2-40B4-BE49-F238E27FC236}">
                <a16:creationId xmlns:a16="http://schemas.microsoft.com/office/drawing/2014/main" id="{7DCDC1A0-A2FE-AF32-199F-D7E415F4757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2599807933"/>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D3FF54FB-A206-6CBA-CEBE-32EE19C37BC1}"/>
              </a:ext>
            </a:extLst>
          </p:cNvPr>
          <p:cNvSpPr>
            <a:spLocks noGrp="1"/>
          </p:cNvSpPr>
          <p:nvPr>
            <p:ph type="title"/>
          </p:nvPr>
        </p:nvSpPr>
        <p:spPr>
          <a:xfrm>
            <a:off x="612647" y="634999"/>
            <a:ext cx="10969753" cy="93268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3A96B8-82E0-6B4D-B0A8-9A4BCDF0FD2C}"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Picture Placeholder 11">
            <a:extLst>
              <a:ext uri="{FF2B5EF4-FFF2-40B4-BE49-F238E27FC236}">
                <a16:creationId xmlns:a16="http://schemas.microsoft.com/office/drawing/2014/main" id="{FF925AEE-0C06-4F24-B6E3-73484A4008DC}"/>
              </a:ext>
            </a:extLst>
          </p:cNvPr>
          <p:cNvSpPr>
            <a:spLocks noGrp="1"/>
          </p:cNvSpPr>
          <p:nvPr>
            <p:ph type="pic" sz="quarter" idx="13" hasCustomPrompt="1"/>
          </p:nvPr>
        </p:nvSpPr>
        <p:spPr>
          <a:xfrm>
            <a:off x="609601" y="1713653"/>
            <a:ext cx="5860862"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2" name="Content Placeholder 7">
            <a:extLst>
              <a:ext uri="{FF2B5EF4-FFF2-40B4-BE49-F238E27FC236}">
                <a16:creationId xmlns:a16="http://schemas.microsoft.com/office/drawing/2014/main" id="{422BCA1B-3481-37CE-708A-4CA6ACFAF7DA}"/>
              </a:ext>
            </a:extLst>
          </p:cNvPr>
          <p:cNvSpPr>
            <a:spLocks noGrp="1"/>
          </p:cNvSpPr>
          <p:nvPr>
            <p:ph sz="quarter" idx="14"/>
          </p:nvPr>
        </p:nvSpPr>
        <p:spPr>
          <a:xfrm>
            <a:off x="7103255" y="1704847"/>
            <a:ext cx="4479145"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975859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612647" y="634999"/>
            <a:ext cx="4672584" cy="1269482"/>
          </a:xfrm>
        </p:spPr>
        <p:txBody>
          <a:bodyPr anchor="t">
            <a:noAutofit/>
          </a:bodyPr>
          <a:lstStyle>
            <a:lvl1pPr>
              <a:defRPr sz="3600"/>
            </a:lvl1p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5905562" y="634999"/>
            <a:ext cx="5676838" cy="558799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43538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501602" y="164150"/>
            <a:ext cx="76903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A3D1319-A3E8-35B5-18BF-A7DAE36BE7FC}"/>
              </a:ext>
            </a:extLst>
          </p:cNvPr>
          <p:cNvSpPr>
            <a:spLocks noGrp="1"/>
          </p:cNvSpPr>
          <p:nvPr>
            <p:ph type="title"/>
          </p:nvPr>
        </p:nvSpPr>
        <p:spPr>
          <a:xfrm>
            <a:off x="612647" y="634999"/>
            <a:ext cx="3696859" cy="1316347"/>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982C3F-36DC-0440-A19E-AA83413F223D}"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10">
            <a:extLst>
              <a:ext uri="{FF2B5EF4-FFF2-40B4-BE49-F238E27FC236}">
                <a16:creationId xmlns:a16="http://schemas.microsoft.com/office/drawing/2014/main" id="{402FC37C-195C-E78C-A1E2-030CF77CBA2A}"/>
              </a:ext>
            </a:extLst>
          </p:cNvPr>
          <p:cNvSpPr>
            <a:spLocks noGrp="1"/>
          </p:cNvSpPr>
          <p:nvPr>
            <p:ph type="pic" sz="quarter" idx="13" hasCustomPrompt="1"/>
          </p:nvPr>
        </p:nvSpPr>
        <p:spPr>
          <a:xfrm>
            <a:off x="612646" y="2295145"/>
            <a:ext cx="3696856" cy="3927488"/>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2959E347-BAB4-7F1F-65EB-C586FE97DE1E}"/>
              </a:ext>
            </a:extLst>
          </p:cNvPr>
          <p:cNvSpPr>
            <a:spLocks noGrp="1"/>
          </p:cNvSpPr>
          <p:nvPr>
            <p:ph sz="quarter" idx="14"/>
          </p:nvPr>
        </p:nvSpPr>
        <p:spPr>
          <a:xfrm>
            <a:off x="4933150" y="647724"/>
            <a:ext cx="6644488" cy="5562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0C63D850-B761-4DEA-5C9B-DE6AC0E856D9}"/>
              </a:ext>
            </a:extLst>
          </p:cNvPr>
          <p:cNvCxnSpPr>
            <a:cxnSpLocks/>
          </p:cNvCxnSpPr>
          <p:nvPr userDrawn="1"/>
        </p:nvCxnSpPr>
        <p:spPr>
          <a:xfrm>
            <a:off x="45016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06757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208" y="634999"/>
            <a:ext cx="6159851" cy="5844227"/>
          </a:xfrm>
        </p:spPr>
        <p:txBody>
          <a:bodyPr anchor="b">
            <a:normAutofit/>
          </a:bodyPr>
          <a:lstStyle>
            <a:lvl1pPr>
              <a:defRPr sz="6000" b="0" i="0">
                <a:latin typeface="+mj-lt"/>
                <a:ea typeface="Dotum" panose="020B0600000101010101" pitchFamily="34" charset="-127"/>
                <a:cs typeface="Noto Sans Kannada Thin" panose="020B0202040504020204" pitchFamily="34" charset="0"/>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65403" y="-1"/>
            <a:ext cx="5131677" cy="6222999"/>
          </a:xfrm>
          <a:prstGeom prst="rect">
            <a:avLst/>
          </a:prstGeom>
          <a:blipFill dpi="0" rotWithShape="1">
            <a:blip r:embed="rId2">
              <a:alphaModFix amt="60000"/>
            </a:blip>
            <a:srcRect/>
            <a:stretch>
              <a:fillRect l="-686" t="2" b="-4120"/>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77414" y="6375748"/>
            <a:ext cx="4847572" cy="363255"/>
          </a:xfrm>
          <a:prstGeom prst="rect">
            <a:avLst/>
          </a:prstGeom>
        </p:spPr>
        <p:txBody>
          <a:bodyPr anchor="ctr">
            <a:normAutofit/>
          </a:bodyPr>
          <a:lstStyle>
            <a:lvl1pPr marL="0" indent="0">
              <a:buNone/>
              <a:defRPr sz="1400" b="0" i="0">
                <a:latin typeface="+mj-lt"/>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42722991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lumMod val="90000"/>
          </a:schemeClr>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C83582-5E0E-E3D3-3C94-4ACFD9A1C718}"/>
              </a:ext>
            </a:extLst>
          </p:cNvPr>
          <p:cNvSpPr>
            <a:spLocks noGrp="1"/>
          </p:cNvSpPr>
          <p:nvPr>
            <p:ph type="title"/>
          </p:nvPr>
        </p:nvSpPr>
        <p:spPr>
          <a:xfrm>
            <a:off x="634030" y="5109709"/>
            <a:ext cx="10369296" cy="1207008"/>
          </a:xfrm>
        </p:spPr>
        <p:txBody>
          <a:bodyPr>
            <a:normAutofit/>
          </a:bodyPr>
          <a:lstStyle>
            <a:lvl1pPr>
              <a:defRPr sz="24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F18D256-8D94-AD48-AC70-FA7FB4656784}" type="datetime1">
              <a:rPr lang="en-US" smtClean="0"/>
              <a:t>12/3/2025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EADDD523-89BD-4FD5-9443-E7DD58338829}"/>
              </a:ext>
            </a:extLst>
          </p:cNvPr>
          <p:cNvSpPr>
            <a:spLocks noGrp="1"/>
          </p:cNvSpPr>
          <p:nvPr>
            <p:ph sz="quarter" idx="14" hasCustomPrompt="1"/>
          </p:nvPr>
        </p:nvSpPr>
        <p:spPr>
          <a:xfrm>
            <a:off x="634030" y="1374953"/>
            <a:ext cx="11128248" cy="3447288"/>
          </a:xfrm>
        </p:spPr>
        <p:txBody>
          <a:bodyPr>
            <a:noAutofit/>
          </a:bodyPr>
          <a:lstStyle>
            <a:lvl1pPr marL="0" indent="0">
              <a:lnSpc>
                <a:spcPct val="90000"/>
              </a:lnSpc>
              <a:buNone/>
              <a:defRPr sz="30000"/>
            </a:lvl1pPr>
          </a:lstStyle>
          <a:p>
            <a:pPr lvl="0"/>
            <a:r>
              <a:rPr lang="en-US" dirty="0"/>
              <a:t>##%</a:t>
            </a:r>
          </a:p>
        </p:txBody>
      </p:sp>
    </p:spTree>
    <p:extLst>
      <p:ext uri="{BB962C8B-B14F-4D97-AF65-F5344CB8AC3E}">
        <p14:creationId xmlns:p14="http://schemas.microsoft.com/office/powerpoint/2010/main" val="1142329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4A34DBE-5B8B-D933-E010-32D592317E81}"/>
              </a:ext>
            </a:extLst>
          </p:cNvPr>
          <p:cNvSpPr>
            <a:spLocks noGrp="1"/>
          </p:cNvSpPr>
          <p:nvPr>
            <p:ph type="title"/>
          </p:nvPr>
        </p:nvSpPr>
        <p:spPr>
          <a:xfrm>
            <a:off x="634030" y="5380383"/>
            <a:ext cx="6773934" cy="936333"/>
          </a:xfrm>
        </p:spPr>
        <p:txBody>
          <a:bodyPr anchor="b">
            <a:normAutofit/>
          </a:bodyPr>
          <a:lstStyle>
            <a:lvl1pPr>
              <a:defRPr sz="24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C99D08-11FA-9A4F-8AE4-C4979B640AA7}" type="datetime1">
              <a:rPr lang="en-US" smtClean="0"/>
              <a:t>12/3/2025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A2C14DB2-31D1-2A77-5862-79EC80A884B1}"/>
              </a:ext>
            </a:extLst>
          </p:cNvPr>
          <p:cNvSpPr>
            <a:spLocks noGrp="1"/>
          </p:cNvSpPr>
          <p:nvPr>
            <p:ph sz="quarter" idx="14" hasCustomPrompt="1"/>
          </p:nvPr>
        </p:nvSpPr>
        <p:spPr>
          <a:xfrm>
            <a:off x="634030" y="1374952"/>
            <a:ext cx="10367347" cy="3833147"/>
          </a:xfrm>
        </p:spPr>
        <p:txBody>
          <a:bodyPr>
            <a:noAutofit/>
          </a:bodyPr>
          <a:lstStyle>
            <a:lvl1pPr marL="0" indent="0">
              <a:lnSpc>
                <a:spcPct val="90000"/>
              </a:lnSpc>
              <a:buNone/>
              <a:defRPr sz="30000"/>
            </a:lvl1pPr>
          </a:lstStyle>
          <a:p>
            <a:pPr lvl="0"/>
            <a:r>
              <a:rPr lang="en-US" dirty="0"/>
              <a:t>##%</a:t>
            </a:r>
          </a:p>
        </p:txBody>
      </p:sp>
    </p:spTree>
    <p:extLst>
      <p:ext uri="{BB962C8B-B14F-4D97-AF65-F5344CB8AC3E}">
        <p14:creationId xmlns:p14="http://schemas.microsoft.com/office/powerpoint/2010/main" val="37957481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0774BD-35B4-BDFD-98B2-123D58FC6550}"/>
              </a:ext>
            </a:extLst>
          </p:cNvPr>
          <p:cNvSpPr>
            <a:spLocks noGrp="1"/>
          </p:cNvSpPr>
          <p:nvPr>
            <p:ph type="title"/>
          </p:nvPr>
        </p:nvSpPr>
        <p:spPr>
          <a:xfrm>
            <a:off x="634030" y="5109709"/>
            <a:ext cx="10367340"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8AE8B27-11F7-194F-8BAB-D7C03BEEA90A}" type="datetime1">
              <a:rPr lang="en-US" smtClean="0"/>
              <a:t>12/3/2025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11">
            <a:extLst>
              <a:ext uri="{FF2B5EF4-FFF2-40B4-BE49-F238E27FC236}">
                <a16:creationId xmlns:a16="http://schemas.microsoft.com/office/drawing/2014/main" id="{856E9D3E-CEAC-9B88-5B32-F19B49057302}"/>
              </a:ext>
            </a:extLst>
          </p:cNvPr>
          <p:cNvSpPr>
            <a:spLocks noGrp="1"/>
          </p:cNvSpPr>
          <p:nvPr>
            <p:ph sz="quarter" idx="14" hasCustomPrompt="1"/>
          </p:nvPr>
        </p:nvSpPr>
        <p:spPr>
          <a:xfrm>
            <a:off x="634030" y="1340489"/>
            <a:ext cx="10369296" cy="3392424"/>
          </a:xfrm>
        </p:spPr>
        <p:txBody>
          <a:bodyPr>
            <a:noAutofit/>
          </a:bodyPr>
          <a:lstStyle>
            <a:lvl1pPr marL="0" indent="0">
              <a:lnSpc>
                <a:spcPct val="90000"/>
              </a:lnSpc>
              <a:buNone/>
              <a:defRPr sz="30000"/>
            </a:lvl1pPr>
          </a:lstStyle>
          <a:p>
            <a:pPr lvl="0"/>
            <a:r>
              <a:rPr lang="en-US" dirty="0"/>
              <a:t>##%</a:t>
            </a:r>
          </a:p>
        </p:txBody>
      </p:sp>
    </p:spTree>
    <p:extLst>
      <p:ext uri="{BB962C8B-B14F-4D97-AF65-F5344CB8AC3E}">
        <p14:creationId xmlns:p14="http://schemas.microsoft.com/office/powerpoint/2010/main" val="366715682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bg2"/>
        </a:solidFill>
        <a:effectLst/>
      </p:bgPr>
    </p:bg>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09600" y="-1186864"/>
            <a:ext cx="10652760" cy="1050725"/>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9D6C909-3D7F-834E-BB68-316E18E888F7}" type="datetime1">
              <a:rPr lang="en-US" smtClean="0"/>
              <a:t>12/3/2025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EB9CB9C1-FB48-2C3D-F797-DF062B37A94B}"/>
              </a:ext>
            </a:extLst>
          </p:cNvPr>
          <p:cNvSpPr>
            <a:spLocks noGrp="1"/>
          </p:cNvSpPr>
          <p:nvPr>
            <p:ph sz="quarter" idx="13" hasCustomPrompt="1"/>
          </p:nvPr>
        </p:nvSpPr>
        <p:spPr>
          <a:xfrm>
            <a:off x="609600" y="634999"/>
            <a:ext cx="10972800" cy="5669280"/>
          </a:xfrm>
          <a:prstGeom prst="rect">
            <a:avLst/>
          </a:prstGeom>
        </p:spPr>
        <p:txBody>
          <a:bodyPr anchor="t">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34600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2">
            <a:lumMod val="9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A6BAF69-D870-EE43-874B-AC932294DF22}" type="datetime1">
              <a:rPr lang="en-US" smtClean="0"/>
              <a:t>12/3/2025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5"/>
            <a:ext cx="10972800" cy="5553985"/>
          </a:xfrm>
          <a:prstGeom prst="rect">
            <a:avLst/>
          </a:prstGeom>
        </p:spPr>
        <p:txBody>
          <a:bodyPr anchor="b">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67650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4">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F7E9A70-5D05-F64F-A304-DFD75CCDEE2E}" type="datetime1">
              <a:rPr lang="en-US" smtClean="0"/>
              <a:t>12/3/2025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7"/>
            <a:ext cx="10972800" cy="5553985"/>
          </a:xfrm>
          <a:prstGeom prst="rect">
            <a:avLst/>
          </a:prstGeom>
        </p:spPr>
        <p:txBody>
          <a:bodyPr anchor="b">
            <a:normAutofit/>
          </a:bodyPr>
          <a:lstStyle>
            <a:lvl1pPr marL="0" indent="0">
              <a:lnSpc>
                <a:spcPct val="90000"/>
              </a:lnSpc>
              <a:buNone/>
              <a:defRPr sz="6000" b="0" cap="all" baseline="0">
                <a:solidFill>
                  <a:schemeClr val="accent1">
                    <a:lumMod val="25000"/>
                  </a:schemeClr>
                </a:solidFill>
              </a:defRPr>
            </a:lvl1pPr>
            <a:lvl2pPr marL="228600" indent="0">
              <a:lnSpc>
                <a:spcPct val="90000"/>
              </a:lnSpc>
              <a:buNone/>
              <a:defRPr sz="6000" b="0" cap="all" baseline="0">
                <a:solidFill>
                  <a:schemeClr val="accent1">
                    <a:lumMod val="25000"/>
                  </a:schemeClr>
                </a:solidFill>
              </a:defRPr>
            </a:lvl2pPr>
            <a:lvl3pPr marL="457200" indent="0">
              <a:lnSpc>
                <a:spcPct val="90000"/>
              </a:lnSpc>
              <a:buNone/>
              <a:defRPr sz="6000" b="0" cap="all" baseline="0">
                <a:solidFill>
                  <a:schemeClr val="accent1">
                    <a:lumMod val="25000"/>
                  </a:schemeClr>
                </a:solidFill>
              </a:defRPr>
            </a:lvl3pPr>
            <a:lvl4pPr marL="685800" indent="0">
              <a:lnSpc>
                <a:spcPct val="90000"/>
              </a:lnSpc>
              <a:buNone/>
              <a:defRPr sz="6000" b="0" cap="all" baseline="0">
                <a:solidFill>
                  <a:schemeClr val="accent1">
                    <a:lumMod val="25000"/>
                  </a:schemeClr>
                </a:solidFill>
              </a:defRPr>
            </a:lvl4pPr>
            <a:lvl5pPr marL="914400" indent="0">
              <a:lnSpc>
                <a:spcPct val="90000"/>
              </a:lnSpc>
              <a:buNone/>
              <a:defRPr sz="6000" b="0" cap="all" baseline="0">
                <a:solidFill>
                  <a:schemeClr val="accent1">
                    <a:lumMod val="25000"/>
                  </a:schemeClr>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32494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5">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151979D-E75F-A743-8C5B-88CDEDEC73D6}" type="datetime1">
              <a:rPr lang="en-US" smtClean="0"/>
              <a:t>12/3/2025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69011"/>
            <a:ext cx="10972800" cy="5553985"/>
          </a:xfrm>
          <a:prstGeom prst="rect">
            <a:avLst/>
          </a:prstGeom>
        </p:spPr>
        <p:txBody>
          <a:bodyPr anchor="b">
            <a:normAutofit/>
          </a:bodyPr>
          <a:lstStyle>
            <a:lvl1pPr marL="0" indent="0">
              <a:lnSpc>
                <a:spcPct val="90000"/>
              </a:lnSpc>
              <a:buNone/>
              <a:defRPr sz="6000" b="1" cap="all" baseline="0">
                <a:solidFill>
                  <a:schemeClr val="bg1"/>
                </a:solidFill>
              </a:defRPr>
            </a:lvl1pPr>
            <a:lvl2pPr marL="228600" indent="0">
              <a:lnSpc>
                <a:spcPct val="90000"/>
              </a:lnSpc>
              <a:buNone/>
              <a:defRPr sz="6000" b="1" cap="all" baseline="0">
                <a:solidFill>
                  <a:schemeClr val="bg1"/>
                </a:solidFill>
              </a:defRPr>
            </a:lvl2pPr>
            <a:lvl3pPr marL="457200" indent="0">
              <a:lnSpc>
                <a:spcPct val="90000"/>
              </a:lnSpc>
              <a:buNone/>
              <a:defRPr sz="6000" b="1" cap="all" baseline="0">
                <a:solidFill>
                  <a:schemeClr val="bg1"/>
                </a:solidFill>
              </a:defRPr>
            </a:lvl3pPr>
            <a:lvl4pPr marL="685800" indent="0">
              <a:lnSpc>
                <a:spcPct val="90000"/>
              </a:lnSpc>
              <a:buNone/>
              <a:defRPr sz="6000" b="1" cap="all" baseline="0">
                <a:solidFill>
                  <a:schemeClr val="bg1"/>
                </a:solidFill>
              </a:defRPr>
            </a:lvl4pPr>
            <a:lvl5pPr marL="914400" indent="0">
              <a:lnSpc>
                <a:spcPct val="90000"/>
              </a:lnSpc>
              <a:buNone/>
              <a:defRPr sz="6000" b="1" cap="all" baseline="0">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10641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3A49BD5-2A20-6D4F-BDE5-9C60FF133D72}"/>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tx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BC72B243-4245-AC4F-8428-841FDABED002}" type="datetime1">
              <a:rPr lang="en-US" smtClean="0"/>
              <a:t>12/3/2025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6CA0554C-4FF8-F224-177F-D44E2EA0BFBB}"/>
              </a:ext>
            </a:extLst>
          </p:cNvPr>
          <p:cNvSpPr>
            <a:spLocks noGrp="1"/>
          </p:cNvSpPr>
          <p:nvPr>
            <p:ph sz="quarter" idx="13" hasCustomPrompt="1"/>
          </p:nvPr>
        </p:nvSpPr>
        <p:spPr>
          <a:xfrm>
            <a:off x="628953" y="1373807"/>
            <a:ext cx="10069527" cy="4060635"/>
          </a:xfrm>
          <a:prstGeom prst="rect">
            <a:avLst/>
          </a:prstGeom>
        </p:spPr>
        <p:txBody>
          <a:bodyPr anchor="t">
            <a:normAutofit/>
          </a:bodyPr>
          <a:lstStyle>
            <a:lvl1pPr marL="164592" indent="-164592">
              <a:lnSpc>
                <a:spcPct val="100000"/>
              </a:lnSpc>
              <a:spcBef>
                <a:spcPts val="0"/>
              </a:spcBef>
              <a:buNone/>
              <a:defRPr sz="3600" cap="all" baseline="0">
                <a:latin typeface="+mj-lt"/>
              </a:defRPr>
            </a:lvl1pPr>
          </a:lstStyle>
          <a:p>
            <a:pPr lvl="0"/>
            <a:r>
              <a:rPr lang="en-US" dirty="0"/>
              <a:t>CLICK TO ADD QUOTE</a:t>
            </a:r>
          </a:p>
        </p:txBody>
      </p:sp>
    </p:spTree>
    <p:extLst>
      <p:ext uri="{BB962C8B-B14F-4D97-AF65-F5344CB8AC3E}">
        <p14:creationId xmlns:p14="http://schemas.microsoft.com/office/powerpoint/2010/main" val="8919051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4940376-AFED-3D68-777A-172B7001E87B}"/>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01A4D632-3FB7-744B-8469-F41F493E43AE}" type="datetime1">
              <a:rPr lang="en-US" smtClean="0"/>
              <a:t>12/3/2025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EE5118C8-ABCC-8F3E-B739-002235EBAB7C}"/>
              </a:ext>
            </a:extLst>
          </p:cNvPr>
          <p:cNvSpPr>
            <a:spLocks noGrp="1"/>
          </p:cNvSpPr>
          <p:nvPr>
            <p:ph sz="quarter" idx="13" hasCustomPrompt="1"/>
          </p:nvPr>
        </p:nvSpPr>
        <p:spPr>
          <a:xfrm>
            <a:off x="628953" y="667890"/>
            <a:ext cx="10069527" cy="4060635"/>
          </a:xfrm>
          <a:prstGeom prst="rect">
            <a:avLst/>
          </a:prstGeom>
        </p:spPr>
        <p:txBody>
          <a:bodyPr anchor="t">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327951617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05FFFF2-E35B-B16D-3D98-6A7B571A2044}"/>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BE62FDEF-F6CD-6E40-89C3-8A8BB711875E}" type="datetime1">
              <a:rPr lang="en-US" smtClean="0"/>
              <a:t>12/3/2025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2D1EB142-2C95-07B2-16A2-D3B362900569}"/>
              </a:ext>
            </a:extLst>
          </p:cNvPr>
          <p:cNvSpPr>
            <a:spLocks noGrp="1"/>
          </p:cNvSpPr>
          <p:nvPr>
            <p:ph sz="quarter" idx="13" hasCustomPrompt="1"/>
          </p:nvPr>
        </p:nvSpPr>
        <p:spPr>
          <a:xfrm>
            <a:off x="628953" y="634635"/>
            <a:ext cx="10069527" cy="4799807"/>
          </a:xfrm>
          <a:prstGeom prst="rect">
            <a:avLst/>
          </a:prstGeom>
        </p:spPr>
        <p:txBody>
          <a:bodyPr anchor="b">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21931454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0"/>
            <a:ext cx="10923934" cy="1127756"/>
          </a:xfrm>
        </p:spPr>
        <p:txBody>
          <a:body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AA6F6B0-7BDB-FB4C-9D76-500FE2DDFD1B}" type="datetime1">
              <a:rPr lang="en-US" smtClean="0"/>
              <a:t>12/3/2025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70CAE2F0-3041-7269-FCA3-14BE4B94ECBB}"/>
              </a:ext>
            </a:extLst>
          </p:cNvPr>
          <p:cNvSpPr>
            <a:spLocks noGrp="1"/>
          </p:cNvSpPr>
          <p:nvPr>
            <p:ph sz="quarter" idx="15"/>
          </p:nvPr>
        </p:nvSpPr>
        <p:spPr>
          <a:xfrm>
            <a:off x="634030" y="2129474"/>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9">
            <a:extLst>
              <a:ext uri="{FF2B5EF4-FFF2-40B4-BE49-F238E27FC236}">
                <a16:creationId xmlns:a16="http://schemas.microsoft.com/office/drawing/2014/main" id="{202FAAFA-42C4-CFD2-DBA8-BC2201120380}"/>
              </a:ext>
            </a:extLst>
          </p:cNvPr>
          <p:cNvSpPr>
            <a:spLocks noGrp="1"/>
          </p:cNvSpPr>
          <p:nvPr>
            <p:ph sz="quarter" idx="16"/>
          </p:nvPr>
        </p:nvSpPr>
        <p:spPr>
          <a:xfrm>
            <a:off x="6290632" y="2128839"/>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38156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41197"/>
            <a:ext cx="10923934" cy="688973"/>
          </a:xfrm>
        </p:spPr>
        <p:txBody>
          <a:bodyPr>
            <a:normAutofit/>
          </a:bodyPr>
          <a:lstStyle>
            <a:lvl1pPr>
              <a:defRPr sz="3600"/>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C4869-D3B1-C341-9C4A-88DDA4DA192E}" type="datetime1">
              <a:rPr lang="en-US" smtClean="0"/>
              <a:t>12/3/2025</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3472" y="1456523"/>
            <a:ext cx="526664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9">
            <a:extLst>
              <a:ext uri="{FF2B5EF4-FFF2-40B4-BE49-F238E27FC236}">
                <a16:creationId xmlns:a16="http://schemas.microsoft.com/office/drawing/2014/main" id="{AAF7DC9C-9332-6860-8B76-290D8AE372F7}"/>
              </a:ext>
            </a:extLst>
          </p:cNvPr>
          <p:cNvSpPr>
            <a:spLocks noGrp="1"/>
          </p:cNvSpPr>
          <p:nvPr>
            <p:ph sz="quarter" idx="15"/>
          </p:nvPr>
        </p:nvSpPr>
        <p:spPr>
          <a:xfrm>
            <a:off x="633470"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456523"/>
            <a:ext cx="527146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9">
            <a:extLst>
              <a:ext uri="{FF2B5EF4-FFF2-40B4-BE49-F238E27FC236}">
                <a16:creationId xmlns:a16="http://schemas.microsoft.com/office/drawing/2014/main" id="{814A6650-A301-AE53-ACE9-C9F2CCD87CE8}"/>
              </a:ext>
            </a:extLst>
          </p:cNvPr>
          <p:cNvSpPr>
            <a:spLocks noGrp="1"/>
          </p:cNvSpPr>
          <p:nvPr>
            <p:ph sz="quarter" idx="16"/>
          </p:nvPr>
        </p:nvSpPr>
        <p:spPr>
          <a:xfrm>
            <a:off x="6290072"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84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30" y="634990"/>
            <a:ext cx="10923933" cy="1127761"/>
          </a:xfrm>
        </p:spPr>
        <p:txBody>
          <a:bodyPr>
            <a:normAutofit/>
          </a:bodyPr>
          <a:lstStyle>
            <a:lvl1pPr>
              <a:defRPr sz="360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1280AA4-9AC4-7644-BD1D-3608838FE24E}" type="datetime1">
              <a:rPr lang="en-US" smtClean="0"/>
              <a:t>12/3/2025</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058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081334A-D224-D041-9F63-26A9E0C05551}" type="datetime1">
              <a:rPr lang="en-US" smtClean="0"/>
              <a:t>12/3/2025</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1823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30" y="634990"/>
            <a:ext cx="4096995" cy="1874006"/>
          </a:xfrm>
        </p:spPr>
        <p:txBody>
          <a:bodyPr anchor="t">
            <a:noAutofit/>
          </a:bodyPr>
          <a:lstStyle>
            <a:lvl1pPr>
              <a:defRPr sz="36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F2E9456-38E2-B645-89F2-A4EE19009666}" type="datetime1">
              <a:rPr lang="en-US" smtClean="0"/>
              <a:t>12/3/2025</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0" y="2866804"/>
            <a:ext cx="4096987" cy="2989469"/>
          </a:xfrm>
          <a:prstGeom prst="rect">
            <a:avLst/>
          </a:prstGeo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62330" y="634989"/>
            <a:ext cx="6495633" cy="5857517"/>
          </a:xfrm>
          <a:prstGeom prst="rect">
            <a:avLst/>
          </a:prstGeo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91108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0D70470-0208-0F43-B978-960D5782D9F1}" type="datetime1">
              <a:rPr lang="en-US" smtClean="0"/>
              <a:t>12/3/2025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56D9DA0-6EE9-83EA-17DF-CC70C2448FC9}"/>
              </a:ext>
            </a:extLst>
          </p:cNvPr>
          <p:cNvSpPr>
            <a:spLocks noGrp="1"/>
          </p:cNvSpPr>
          <p:nvPr>
            <p:ph type="title"/>
          </p:nvPr>
        </p:nvSpPr>
        <p:spPr>
          <a:xfrm>
            <a:off x="612648" y="634990"/>
            <a:ext cx="3595634" cy="1762083"/>
          </a:xfrm>
        </p:spPr>
        <p:txBody>
          <a:bodyPr anchor="t">
            <a:normAutofit/>
          </a:bodyPr>
          <a:lstStyle>
            <a:lvl1pPr>
              <a:defRPr sz="3600"/>
            </a:lvl1pPr>
          </a:lstStyle>
          <a:p>
            <a:r>
              <a:rPr lang="en-US"/>
              <a:t>Click to edit Master title style</a:t>
            </a:r>
            <a:endParaRPr lang="en-US" dirty="0"/>
          </a:p>
        </p:txBody>
      </p:sp>
      <p:sp>
        <p:nvSpPr>
          <p:cNvPr id="11" name="Text Placeholder 3">
            <a:extLst>
              <a:ext uri="{FF2B5EF4-FFF2-40B4-BE49-F238E27FC236}">
                <a16:creationId xmlns:a16="http://schemas.microsoft.com/office/drawing/2014/main" id="{D578782C-4033-2DC8-D9E6-78F704FB0CD8}"/>
              </a:ext>
            </a:extLst>
          </p:cNvPr>
          <p:cNvSpPr>
            <a:spLocks noGrp="1"/>
          </p:cNvSpPr>
          <p:nvPr>
            <p:ph type="body" sz="half" idx="2"/>
          </p:nvPr>
        </p:nvSpPr>
        <p:spPr>
          <a:xfrm>
            <a:off x="612648" y="2521515"/>
            <a:ext cx="3585586" cy="370111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4782C0C8-F3A4-B2F1-131D-63904B515429}"/>
              </a:ext>
            </a:extLst>
          </p:cNvPr>
          <p:cNvSpPr>
            <a:spLocks noGrp="1"/>
          </p:cNvSpPr>
          <p:nvPr>
            <p:ph type="pic" idx="1" hasCustomPrompt="1"/>
          </p:nvPr>
        </p:nvSpPr>
        <p:spPr>
          <a:xfrm>
            <a:off x="5340483" y="634990"/>
            <a:ext cx="6139637" cy="5587643"/>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9750980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73816"/>
            <a:ext cx="10906802" cy="1607128"/>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B19637D-AC4A-CB4E-96DC-9B86DEC28BAD}"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633480" y="3615051"/>
            <a:ext cx="10906781" cy="2607949"/>
          </a:xfrm>
          <a:prstGeom prst="rect">
            <a:avLst/>
          </a:prstGeo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63186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B729E58-15D4-9BFF-C39F-C683CED24138}"/>
              </a:ext>
            </a:extLst>
          </p:cNvPr>
          <p:cNvSpPr>
            <a:spLocks noGrp="1"/>
          </p:cNvSpPr>
          <p:nvPr>
            <p:ph type="title"/>
          </p:nvPr>
        </p:nvSpPr>
        <p:spPr>
          <a:xfrm>
            <a:off x="612647" y="1953889"/>
            <a:ext cx="8430767" cy="1842020"/>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16200000">
            <a:off x="-532352" y="5260879"/>
            <a:ext cx="1494475" cy="429768"/>
          </a:xfrm>
        </p:spPr>
        <p:txBody>
          <a:bodyPr/>
          <a:lstStyle>
            <a:lvl1pPr>
              <a:defRPr>
                <a:solidFill>
                  <a:schemeClr val="bg1"/>
                </a:solidFill>
              </a:defRPr>
            </a:lvl1pPr>
          </a:lstStyle>
          <a:p>
            <a:fld id="{68B0FE8A-6796-DE43-BAD7-69D8B3740AE7}" type="datetime1">
              <a:rPr lang="en-US" smtClean="0"/>
              <a:t>12/3/2025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6">
            <a:extLst>
              <a:ext uri="{FF2B5EF4-FFF2-40B4-BE49-F238E27FC236}">
                <a16:creationId xmlns:a16="http://schemas.microsoft.com/office/drawing/2014/main" id="{349BFD2E-FBA7-08CA-139F-3F60185F32DE}"/>
              </a:ext>
            </a:extLst>
          </p:cNvPr>
          <p:cNvSpPr>
            <a:spLocks noGrp="1"/>
          </p:cNvSpPr>
          <p:nvPr>
            <p:ph sz="quarter" idx="14" hasCustomPrompt="1"/>
          </p:nvPr>
        </p:nvSpPr>
        <p:spPr>
          <a:xfrm>
            <a:off x="612775" y="3971109"/>
            <a:ext cx="8430639" cy="2251892"/>
          </a:xfrm>
          <a:prstGeom prst="rect">
            <a:avLst/>
          </a:prstGeom>
        </p:spPr>
        <p:txBody>
          <a:bodyPr anchor="b">
            <a:no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579661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634990"/>
            <a:ext cx="10923934" cy="7556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lstStyle>
            <a:lvl1pPr algn="r" rtl="0">
              <a:defRPr sz="800" b="0" i="0">
                <a:solidFill>
                  <a:schemeClr val="tx1"/>
                </a:solidFill>
                <a:latin typeface="+mn-lt"/>
                <a:ea typeface="Batang" panose="02030600000101010101" pitchFamily="18" charset="-127"/>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rtl="0">
              <a:defRPr sz="800" b="0" i="0">
                <a:solidFill>
                  <a:schemeClr val="tx1"/>
                </a:solidFill>
                <a:latin typeface="+mn-lt"/>
                <a:ea typeface="Batang" panose="02030600000101010101" pitchFamily="18" charset="-127"/>
              </a:defRPr>
            </a:lvl1pPr>
          </a:lstStyle>
          <a:p>
            <a:fld id="{43E9438E-6B36-A14E-B7B5-A87CBFCBC1F9}" type="datetime1">
              <a:rPr lang="en-US" smtClean="0"/>
              <a:pPr/>
              <a:t>12/3/2025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rtl="0">
              <a:defRPr sz="800" b="0" i="0">
                <a:solidFill>
                  <a:schemeClr val="tx1"/>
                </a:solidFill>
                <a:latin typeface="+mn-lt"/>
                <a:ea typeface="Batang" panose="02030600000101010101" pitchFamily="18" charset="-127"/>
              </a:defRPr>
            </a:lvl1pPr>
          </a:lstStyle>
          <a:p>
            <a:fld id="{CC057153-B650-4DEB-B370-79DDCFDCE934}" type="slidenum">
              <a:rPr lang="en-US" smtClean="0"/>
              <a:pPr/>
              <a:t>‹#›</a:t>
            </a:fld>
            <a:endParaRPr lang="en-US" dirty="0"/>
          </a:p>
        </p:txBody>
      </p:sp>
      <p:sp>
        <p:nvSpPr>
          <p:cNvPr id="9" name="Text Placeholder 2">
            <a:extLst>
              <a:ext uri="{FF2B5EF4-FFF2-40B4-BE49-F238E27FC236}">
                <a16:creationId xmlns:a16="http://schemas.microsoft.com/office/drawing/2014/main" id="{65102932-722B-3E65-A301-BE5A2490CA12}"/>
              </a:ext>
            </a:extLst>
          </p:cNvPr>
          <p:cNvSpPr>
            <a:spLocks noGrp="1"/>
          </p:cNvSpPr>
          <p:nvPr>
            <p:ph type="body" idx="1"/>
          </p:nvPr>
        </p:nvSpPr>
        <p:spPr>
          <a:xfrm>
            <a:off x="634030" y="1537958"/>
            <a:ext cx="10923934" cy="46850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7627104"/>
      </p:ext>
    </p:extLst>
  </p:cSld>
  <p:clrMap bg1="lt1" tx1="dk1" bg2="lt2" tx2="dk2" accent1="accent1" accent2="accent2" accent3="accent3" accent4="accent4" accent5="accent5" accent6="accent6" hlink="hlink" folHlink="folHlink"/>
  <p:sldLayoutIdLst>
    <p:sldLayoutId id="2147483815" r:id="rId1"/>
    <p:sldLayoutId id="2147483766" r:id="rId2"/>
    <p:sldLayoutId id="2147483816" r:id="rId3"/>
    <p:sldLayoutId id="2147483765" r:id="rId4"/>
    <p:sldLayoutId id="2147483768" r:id="rId5"/>
    <p:sldLayoutId id="2147483769" r:id="rId6"/>
    <p:sldLayoutId id="2147483770" r:id="rId7"/>
    <p:sldLayoutId id="2147483771" r:id="rId8"/>
    <p:sldLayoutId id="2147483772" r:id="rId9"/>
    <p:sldLayoutId id="2147483821"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817" r:id="rId34"/>
    <p:sldLayoutId id="2147483782" r:id="rId35"/>
    <p:sldLayoutId id="2147483798" r:id="rId36"/>
    <p:sldLayoutId id="2147483799" r:id="rId37"/>
    <p:sldLayoutId id="2147483800" r:id="rId38"/>
    <p:sldLayoutId id="2147483801" r:id="rId39"/>
    <p:sldLayoutId id="2147483803" r:id="rId40"/>
    <p:sldLayoutId id="2147483819" r:id="rId41"/>
    <p:sldLayoutId id="2147483820" r:id="rId42"/>
    <p:sldLayoutId id="2147483804" r:id="rId43"/>
    <p:sldLayoutId id="2147483805" r:id="rId44"/>
    <p:sldLayoutId id="2147483806" r:id="rId45"/>
    <p:sldLayoutId id="2147483807" r:id="rId46"/>
    <p:sldLayoutId id="2147483808" r:id="rId47"/>
    <p:sldLayoutId id="2147483809" r:id="rId48"/>
    <p:sldLayoutId id="2147483810" r:id="rId49"/>
    <p:sldLayoutId id="2147483811" r:id="rId50"/>
    <p:sldLayoutId id="2147483812" r:id="rId51"/>
    <p:sldLayoutId id="2147483813" r:id="rId52"/>
    <p:sldLayoutId id="2147483814" r:id="rId53"/>
  </p:sldLayoutIdLst>
  <p:hf hdr="0"/>
  <p:txStyles>
    <p:titleStyle>
      <a:lvl1pPr algn="l" defTabSz="914400" rtl="0" eaLnBrk="1" latinLnBrk="0" hangingPunct="1">
        <a:lnSpc>
          <a:spcPct val="90000"/>
        </a:lnSpc>
        <a:spcBef>
          <a:spcPct val="0"/>
        </a:spcBef>
        <a:buNone/>
        <a:defRPr sz="3600" b="0" i="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5DF8-5A2E-CC3F-9D48-85685A3B833C}"/>
              </a:ext>
            </a:extLst>
          </p:cNvPr>
          <p:cNvSpPr>
            <a:spLocks noGrp="1"/>
          </p:cNvSpPr>
          <p:nvPr>
            <p:ph type="ctrTitle"/>
          </p:nvPr>
        </p:nvSpPr>
        <p:spPr>
          <a:xfrm>
            <a:off x="612648" y="1373807"/>
            <a:ext cx="3892269" cy="3331896"/>
          </a:xfrm>
        </p:spPr>
        <p:txBody>
          <a:bodyPr anchor="t">
            <a:normAutofit/>
          </a:bodyPr>
          <a:lstStyle/>
          <a:p>
            <a:r>
              <a:rPr lang="en-US" sz="3300"/>
              <a:t>Alternative Fuels: Properties, Advantages, Disadvantages, and Types</a:t>
            </a:r>
          </a:p>
        </p:txBody>
      </p:sp>
      <p:sp>
        <p:nvSpPr>
          <p:cNvPr id="3" name="Subtitle 2">
            <a:extLst>
              <a:ext uri="{FF2B5EF4-FFF2-40B4-BE49-F238E27FC236}">
                <a16:creationId xmlns:a16="http://schemas.microsoft.com/office/drawing/2014/main" id="{FE236916-BF37-0D9F-E430-9F8E5BAFEEC4}"/>
              </a:ext>
            </a:extLst>
          </p:cNvPr>
          <p:cNvSpPr>
            <a:spLocks noGrp="1"/>
          </p:cNvSpPr>
          <p:nvPr>
            <p:ph type="subTitle" idx="1"/>
          </p:nvPr>
        </p:nvSpPr>
        <p:spPr>
          <a:xfrm>
            <a:off x="612649" y="4811646"/>
            <a:ext cx="3174160" cy="1411356"/>
          </a:xfrm>
        </p:spPr>
        <p:txBody>
          <a:bodyPr anchor="b">
            <a:normAutofit/>
          </a:bodyPr>
          <a:lstStyle/>
          <a:p>
            <a:r>
              <a:rPr lang="en-US"/>
              <a:t>Exploring various fuels and their impacts on energy use</a:t>
            </a:r>
          </a:p>
        </p:txBody>
      </p:sp>
      <p:sp>
        <p:nvSpPr>
          <p:cNvPr id="4" name="Footer Placeholder 3">
            <a:extLst>
              <a:ext uri="{FF2B5EF4-FFF2-40B4-BE49-F238E27FC236}">
                <a16:creationId xmlns:a16="http://schemas.microsoft.com/office/drawing/2014/main" id="{2CCA4E8E-1B05-B090-54DA-E59C83B41B79}"/>
              </a:ext>
            </a:extLst>
          </p:cNvPr>
          <p:cNvSpPr>
            <a:spLocks noGrp="1"/>
          </p:cNvSpPr>
          <p:nvPr>
            <p:ph type="ftr" sz="quarter" idx="15"/>
          </p:nvPr>
        </p:nvSpPr>
        <p:spPr>
          <a:xfrm rot="16200000">
            <a:off x="-2067733" y="2231455"/>
            <a:ext cx="4564378" cy="429768"/>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29AC9291-FF80-CD6C-BAEB-3CA9A3AB545E}"/>
              </a:ext>
            </a:extLst>
          </p:cNvPr>
          <p:cNvSpPr>
            <a:spLocks noGrp="1"/>
          </p:cNvSpPr>
          <p:nvPr>
            <p:ph type="dt" sz="half" idx="14"/>
          </p:nvPr>
        </p:nvSpPr>
        <p:spPr>
          <a:xfrm rot="16200000">
            <a:off x="-537354" y="5265452"/>
            <a:ext cx="1494475" cy="420624"/>
          </a:xfrm>
        </p:spPr>
        <p:txBody>
          <a:bodyPr anchor="ctr">
            <a:normAutofit/>
          </a:bodyPr>
          <a:lstStyle/>
          <a:p>
            <a:pPr>
              <a:spcAft>
                <a:spcPts val="600"/>
              </a:spcAft>
            </a:pPr>
            <a:fld id="{49B045A2-93A3-0245-952F-F70516988491}" type="datetime1">
              <a:rPr lang="en-US" smtClean="0"/>
              <a:pPr>
                <a:spcAft>
                  <a:spcPts val="600"/>
                </a:spcAft>
              </a:pPr>
              <a:t>12/3/2025</a:t>
            </a:fld>
            <a:endParaRPr lang="en-US"/>
          </a:p>
        </p:txBody>
      </p:sp>
      <p:sp>
        <p:nvSpPr>
          <p:cNvPr id="6" name="Slide Number Placeholder 5">
            <a:extLst>
              <a:ext uri="{FF2B5EF4-FFF2-40B4-BE49-F238E27FC236}">
                <a16:creationId xmlns:a16="http://schemas.microsoft.com/office/drawing/2014/main" id="{F783D562-5DD4-E5AB-D0FC-6ED471D4B16C}"/>
              </a:ext>
            </a:extLst>
          </p:cNvPr>
          <p:cNvSpPr>
            <a:spLocks noGrp="1"/>
          </p:cNvSpPr>
          <p:nvPr>
            <p:ph type="sldNum" sz="quarter" idx="16"/>
          </p:nvPr>
        </p:nvSpPr>
        <p:spPr>
          <a:xfrm>
            <a:off x="-429" y="64928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pic>
        <p:nvPicPr>
          <p:cNvPr id="8" name="Picture Placeholder 7" descr="cement silos at construction site">
            <a:extLst>
              <a:ext uri="{FF2B5EF4-FFF2-40B4-BE49-F238E27FC236}">
                <a16:creationId xmlns:a16="http://schemas.microsoft.com/office/drawing/2014/main" id="{54DEBCD3-3FC1-4F05-93D9-EA2DF0C93D3C}"/>
              </a:ext>
            </a:extLst>
          </p:cNvPr>
          <p:cNvPicPr>
            <a:picLocks noGrp="1" noChangeAspect="1"/>
          </p:cNvPicPr>
          <p:nvPr>
            <p:ph type="pic" sz="quarter" idx="13"/>
          </p:nvPr>
        </p:nvPicPr>
        <p:blipFill>
          <a:blip r:embed="rId3"/>
          <a:srcRect l="15543" r="15543"/>
          <a:stretch/>
        </p:blipFill>
        <p:spPr>
          <a:xfrm>
            <a:off x="5111621" y="0"/>
            <a:ext cx="7080331"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noFill/>
        </p:spPr>
      </p:pic>
    </p:spTree>
    <p:extLst>
      <p:ext uri="{BB962C8B-B14F-4D97-AF65-F5344CB8AC3E}">
        <p14:creationId xmlns:p14="http://schemas.microsoft.com/office/powerpoint/2010/main" val="359683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CCD6-FAD0-B851-941C-48B8DEC757A2}"/>
              </a:ext>
            </a:extLst>
          </p:cNvPr>
          <p:cNvSpPr>
            <a:spLocks noGrp="1"/>
          </p:cNvSpPr>
          <p:nvPr>
            <p:ph type="ctrTitle"/>
          </p:nvPr>
        </p:nvSpPr>
        <p:spPr>
          <a:xfrm>
            <a:off x="612648" y="1001713"/>
            <a:ext cx="7909560" cy="5477510"/>
          </a:xfrm>
        </p:spPr>
        <p:txBody>
          <a:bodyPr anchor="b">
            <a:normAutofit/>
          </a:bodyPr>
          <a:lstStyle/>
          <a:p>
            <a:r>
              <a:rPr lang="en-US"/>
              <a:t>Introduction to Alternative Fuels</a:t>
            </a:r>
          </a:p>
        </p:txBody>
      </p:sp>
      <p:sp>
        <p:nvSpPr>
          <p:cNvPr id="4" name="Footer Placeholder 3">
            <a:extLst>
              <a:ext uri="{FF2B5EF4-FFF2-40B4-BE49-F238E27FC236}">
                <a16:creationId xmlns:a16="http://schemas.microsoft.com/office/drawing/2014/main" id="{F4B25AC4-7346-010B-6F66-126B709C6DAD}"/>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46C252F8-4AB8-02D8-CAC8-78465161B97B}"/>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12/3/2025</a:t>
            </a:fld>
            <a:endParaRPr lang="en-US"/>
          </a:p>
        </p:txBody>
      </p:sp>
      <p:sp>
        <p:nvSpPr>
          <p:cNvPr id="6" name="Slide Number Placeholder 5">
            <a:extLst>
              <a:ext uri="{FF2B5EF4-FFF2-40B4-BE49-F238E27FC236}">
                <a16:creationId xmlns:a16="http://schemas.microsoft.com/office/drawing/2014/main" id="{A38BB9B9-D2CD-8898-7D66-3216073E3CDF}"/>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4150017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Electric vehicle">
            <a:extLst>
              <a:ext uri="{FF2B5EF4-FFF2-40B4-BE49-F238E27FC236}">
                <a16:creationId xmlns:a16="http://schemas.microsoft.com/office/drawing/2014/main" id="{6EAA333D-60CA-4076-8AA2-7D8615B75213}"/>
              </a:ext>
            </a:extLst>
          </p:cNvPr>
          <p:cNvPicPr>
            <a:picLocks noGrp="1" noChangeAspect="1"/>
          </p:cNvPicPr>
          <p:nvPr>
            <p:ph type="pic" sz="quarter" idx="13"/>
          </p:nvPr>
        </p:nvPicPr>
        <p:blipFill>
          <a:blip r:embed="rId3"/>
          <a:srcRect l="10269" r="7460" b="3"/>
          <a:stretch>
            <a:fillRect/>
          </a:stretch>
        </p:blipFill>
        <p:spPr>
          <a:xfrm>
            <a:off x="609600" y="2173849"/>
            <a:ext cx="4675632" cy="4049141"/>
          </a:xfrm>
          <a:prstGeom prst="rect">
            <a:avLst/>
          </a:prstGeom>
          <a:noFill/>
        </p:spPr>
      </p:pic>
      <p:sp>
        <p:nvSpPr>
          <p:cNvPr id="3" name="Footer Placeholder 2">
            <a:extLst>
              <a:ext uri="{FF2B5EF4-FFF2-40B4-BE49-F238E27FC236}">
                <a16:creationId xmlns:a16="http://schemas.microsoft.com/office/drawing/2014/main" id="{98C58009-959E-0E0A-C4BE-3EF562CA5DC0}"/>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439A8FD0-A1AC-0B39-16C9-2C62045424CC}"/>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0EC0D154-8D3E-F07A-809A-AD42DD48CABC}"/>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
        <p:nvSpPr>
          <p:cNvPr id="2" name="Title 1">
            <a:extLst>
              <a:ext uri="{FF2B5EF4-FFF2-40B4-BE49-F238E27FC236}">
                <a16:creationId xmlns:a16="http://schemas.microsoft.com/office/drawing/2014/main" id="{7DBD578F-C77B-92F5-EF07-373D15A882C9}"/>
              </a:ext>
            </a:extLst>
          </p:cNvPr>
          <p:cNvSpPr>
            <a:spLocks noGrp="1"/>
          </p:cNvSpPr>
          <p:nvPr>
            <p:ph type="title"/>
          </p:nvPr>
        </p:nvSpPr>
        <p:spPr>
          <a:xfrm>
            <a:off x="612647" y="634999"/>
            <a:ext cx="4672584" cy="1269482"/>
          </a:xfrm>
        </p:spPr>
        <p:txBody>
          <a:bodyPr anchor="t">
            <a:normAutofit/>
          </a:bodyPr>
          <a:lstStyle/>
          <a:p>
            <a:r>
              <a:rPr lang="en-US" sz="3300"/>
              <a:t>Overview of Alternative Fuels</a:t>
            </a:r>
          </a:p>
        </p:txBody>
      </p:sp>
      <p:sp>
        <p:nvSpPr>
          <p:cNvPr id="7" name="Content Placeholder 6">
            <a:extLst>
              <a:ext uri="{FF2B5EF4-FFF2-40B4-BE49-F238E27FC236}">
                <a16:creationId xmlns:a16="http://schemas.microsoft.com/office/drawing/2014/main" id="{67722E7F-002F-8C01-330C-D54BAF4281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Definition and Purpose</a:t>
            </a:r>
          </a:p>
          <a:p>
            <a:pPr marL="0" lvl="1" indent="0">
              <a:buFont typeface="Arial" panose="020B0604020202020204" pitchFamily="34" charset="0"/>
              <a:buNone/>
            </a:pPr>
            <a:r>
              <a:t>Alternative fuels replace conventional fossil fuels to reduce environmental impact and improve energy security globally.</a:t>
            </a:r>
            <a:endParaRPr lang="en-US"/>
          </a:p>
          <a:p>
            <a:pPr marL="0" indent="0">
              <a:spcBef>
                <a:spcPts val="2500"/>
              </a:spcBef>
              <a:buFont typeface="Arial" panose="020B0604020202020204" pitchFamily="34" charset="0"/>
              <a:buNone/>
            </a:pPr>
            <a:r>
              <a:rPr lang="en-US" b="1"/>
              <a:t>Types of Alternative Fuels</a:t>
            </a:r>
          </a:p>
          <a:p>
            <a:pPr marL="0" lvl="1" indent="0">
              <a:buFont typeface="Arial" panose="020B0604020202020204" pitchFamily="34" charset="0"/>
              <a:buNone/>
            </a:pPr>
            <a:r>
              <a:t>Common alternative fuels include biodiesel, ethanol, hydrogen, and others derived from renewable resources.</a:t>
            </a:r>
            <a:endParaRPr lang="en-US"/>
          </a:p>
          <a:p>
            <a:pPr marL="0" indent="0">
              <a:spcBef>
                <a:spcPts val="2500"/>
              </a:spcBef>
              <a:buFont typeface="Arial" panose="020B0604020202020204" pitchFamily="34" charset="0"/>
              <a:buNone/>
            </a:pPr>
            <a:r>
              <a:rPr lang="en-US" b="1"/>
              <a:t>Environmental Benefits</a:t>
            </a:r>
          </a:p>
          <a:p>
            <a:pPr marL="0" lvl="1" indent="0">
              <a:buFont typeface="Arial" panose="020B0604020202020204" pitchFamily="34" charset="0"/>
              <a:buNone/>
            </a:pPr>
            <a:r>
              <a:t>Alternative fuels help reduce greenhouse gases and mitigate climate change by lowering fossil fuel use.</a:t>
            </a:r>
            <a:endParaRPr lang="en-US"/>
          </a:p>
          <a:p>
            <a:pPr marL="0" indent="0">
              <a:spcBef>
                <a:spcPts val="2500"/>
              </a:spcBef>
              <a:buFont typeface="Arial" panose="020B0604020202020204" pitchFamily="34" charset="0"/>
              <a:buNone/>
            </a:pPr>
            <a:r>
              <a:rPr lang="en-US" b="1"/>
              <a:t>Global Adoption Efforts</a:t>
            </a:r>
          </a:p>
          <a:p>
            <a:pPr marL="0" lvl="1" indent="0">
              <a:buFont typeface="Arial" panose="020B0604020202020204" pitchFamily="34" charset="0"/>
              <a:buNone/>
            </a:pPr>
            <a:r>
              <a:t>Governments and industries invest in research and infrastructure to support alternative fuel use in transport and industry.</a:t>
            </a:r>
            <a:endParaRPr lang="en-US"/>
          </a:p>
        </p:txBody>
      </p:sp>
    </p:spTree>
    <p:extLst>
      <p:ext uri="{BB962C8B-B14F-4D97-AF65-F5344CB8AC3E}">
        <p14:creationId xmlns:p14="http://schemas.microsoft.com/office/powerpoint/2010/main" val="37452564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D3CF-33E6-28BB-4E14-970E63650359}"/>
              </a:ext>
            </a:extLst>
          </p:cNvPr>
          <p:cNvSpPr>
            <a:spLocks noGrp="1"/>
          </p:cNvSpPr>
          <p:nvPr>
            <p:ph type="ctrTitle"/>
          </p:nvPr>
        </p:nvSpPr>
        <p:spPr>
          <a:xfrm>
            <a:off x="612648" y="1001713"/>
            <a:ext cx="7909560" cy="5477510"/>
          </a:xfrm>
        </p:spPr>
        <p:txBody>
          <a:bodyPr anchor="b">
            <a:normAutofit/>
          </a:bodyPr>
          <a:lstStyle/>
          <a:p>
            <a:r>
              <a:rPr lang="en-US"/>
              <a:t>Properties of Alternative Fuels</a:t>
            </a:r>
          </a:p>
        </p:txBody>
      </p:sp>
      <p:sp>
        <p:nvSpPr>
          <p:cNvPr id="4" name="Footer Placeholder 3">
            <a:extLst>
              <a:ext uri="{FF2B5EF4-FFF2-40B4-BE49-F238E27FC236}">
                <a16:creationId xmlns:a16="http://schemas.microsoft.com/office/drawing/2014/main" id="{52A8A6B6-25B1-715E-5162-D618585E152F}"/>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88FD9DC9-BA06-2FDD-4A8F-BAEA58BD4D81}"/>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12/3/2025</a:t>
            </a:fld>
            <a:endParaRPr lang="en-US"/>
          </a:p>
        </p:txBody>
      </p:sp>
      <p:sp>
        <p:nvSpPr>
          <p:cNvPr id="6" name="Slide Number Placeholder 5">
            <a:extLst>
              <a:ext uri="{FF2B5EF4-FFF2-40B4-BE49-F238E27FC236}">
                <a16:creationId xmlns:a16="http://schemas.microsoft.com/office/drawing/2014/main" id="{9E971C11-0CAB-D228-D716-28C88B54EC24}"/>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4198230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B385-61AE-6B10-D4FD-3517701CF092}"/>
              </a:ext>
            </a:extLst>
          </p:cNvPr>
          <p:cNvSpPr>
            <a:spLocks noGrp="1"/>
          </p:cNvSpPr>
          <p:nvPr>
            <p:ph type="title"/>
          </p:nvPr>
        </p:nvSpPr>
        <p:spPr>
          <a:xfrm>
            <a:off x="2790911" y="2133600"/>
            <a:ext cx="6623436" cy="1070776"/>
          </a:xfrm>
        </p:spPr>
        <p:txBody>
          <a:bodyPr anchor="b">
            <a:normAutofit/>
          </a:bodyPr>
          <a:lstStyle/>
          <a:p>
            <a:r>
              <a:rPr lang="en-US"/>
              <a:t>Key Characteristics</a:t>
            </a:r>
          </a:p>
        </p:txBody>
      </p:sp>
      <p:sp>
        <p:nvSpPr>
          <p:cNvPr id="3" name="Footer Placeholder 2">
            <a:extLst>
              <a:ext uri="{FF2B5EF4-FFF2-40B4-BE49-F238E27FC236}">
                <a16:creationId xmlns:a16="http://schemas.microsoft.com/office/drawing/2014/main" id="{A9DCE9A2-E9BF-78BE-04C5-D1D6A4F66F6B}"/>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54F5FED0-A66B-2DD2-8F97-7B30BB0488CD}"/>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553ED406-9BBB-8243-8F57-F2904DFCFBBC}"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A00A2B62-110E-145E-1FAF-3DABBD74D5C0}"/>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graphicFrame>
        <p:nvGraphicFramePr>
          <p:cNvPr id="8" name="Content Placeholder 7">
            <a:extLst>
              <a:ext uri="{FF2B5EF4-FFF2-40B4-BE49-F238E27FC236}">
                <a16:creationId xmlns:a16="http://schemas.microsoft.com/office/drawing/2014/main" id="{26E9FEB2-B0A5-4BA9-A553-E5339E7AED7E}"/>
              </a:ext>
            </a:extLst>
          </p:cNvPr>
          <p:cNvGraphicFramePr>
            <a:graphicFrameLocks noGrp="1"/>
          </p:cNvGraphicFramePr>
          <p:nvPr>
            <p:ph sz="quarter" idx="13"/>
          </p:nvPr>
        </p:nvGraphicFramePr>
        <p:xfrm>
          <a:off x="3768725" y="3532311"/>
          <a:ext cx="4659316" cy="1757120"/>
        </p:xfrm>
        <a:graphic>
          <a:graphicData uri="http://schemas.openxmlformats.org/drawingml/2006/table">
            <a:tbl>
              <a:tblPr firstRow="1" bandRow="1">
                <a:noFill/>
                <a:tableStyleId>{5C22544A-7EE6-4342-B048-85BDC9FD1C3A}</a:tableStyleId>
              </a:tblPr>
              <a:tblGrid>
                <a:gridCol w="1043766">
                  <a:extLst>
                    <a:ext uri="{9D8B030D-6E8A-4147-A177-3AD203B41FA5}">
                      <a16:colId xmlns:a16="http://schemas.microsoft.com/office/drawing/2014/main" val="1402525556"/>
                    </a:ext>
                  </a:extLst>
                </a:gridCol>
                <a:gridCol w="1235109">
                  <a:extLst>
                    <a:ext uri="{9D8B030D-6E8A-4147-A177-3AD203B41FA5}">
                      <a16:colId xmlns:a16="http://schemas.microsoft.com/office/drawing/2014/main" val="886704150"/>
                    </a:ext>
                  </a:extLst>
                </a:gridCol>
                <a:gridCol w="1336675">
                  <a:extLst>
                    <a:ext uri="{9D8B030D-6E8A-4147-A177-3AD203B41FA5}">
                      <a16:colId xmlns:a16="http://schemas.microsoft.com/office/drawing/2014/main" val="1415936790"/>
                    </a:ext>
                  </a:extLst>
                </a:gridCol>
                <a:gridCol w="1043766">
                  <a:extLst>
                    <a:ext uri="{9D8B030D-6E8A-4147-A177-3AD203B41FA5}">
                      <a16:colId xmlns:a16="http://schemas.microsoft.com/office/drawing/2014/main" val="1066124855"/>
                    </a:ext>
                  </a:extLst>
                </a:gridCol>
              </a:tblGrid>
              <a:tr h="594984">
                <a:tc>
                  <a:txBody>
                    <a:bodyPr/>
                    <a:lstStyle/>
                    <a:p>
                      <a:pPr>
                        <a:buNone/>
                      </a:pPr>
                      <a:r>
                        <a:rPr lang="en-US" sz="900" b="1" cap="all" spc="150">
                          <a:solidFill>
                            <a:schemeClr val="tx1"/>
                          </a:solidFill>
                        </a:rPr>
                        <a:t>Fuel</a:t>
                      </a:r>
                    </a:p>
                  </a:txBody>
                  <a:tcPr marL="78287" marR="78287" marT="78287" marB="7828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900" b="1" cap="all" spc="150">
                          <a:solidFill>
                            <a:schemeClr val="tx1"/>
                          </a:solidFill>
                        </a:rPr>
                        <a:t>Energy Density (MJ/kg)</a:t>
                      </a:r>
                    </a:p>
                  </a:txBody>
                  <a:tcPr marL="78287" marR="78287" marT="78287" marB="7828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900" b="1" cap="all" spc="150">
                          <a:solidFill>
                            <a:schemeClr val="tx1"/>
                          </a:solidFill>
                        </a:rPr>
                        <a:t>Emission Profile</a:t>
                      </a:r>
                    </a:p>
                  </a:txBody>
                  <a:tcPr marL="78287" marR="78287" marT="78287" marB="7828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900" b="1" cap="all" spc="150">
                          <a:solidFill>
                            <a:schemeClr val="tx1"/>
                          </a:solidFill>
                        </a:rPr>
                        <a:t>State</a:t>
                      </a:r>
                    </a:p>
                  </a:txBody>
                  <a:tcPr marL="78287" marR="78287" marT="78287" marB="7828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232598952"/>
                  </a:ext>
                </a:extLst>
              </a:tr>
              <a:tr h="290534">
                <a:tc>
                  <a:txBody>
                    <a:bodyPr/>
                    <a:lstStyle/>
                    <a:p>
                      <a:pPr>
                        <a:buNone/>
                      </a:pPr>
                      <a:r>
                        <a:rPr lang="en-US" sz="700" b="1" cap="none" spc="0">
                          <a:solidFill>
                            <a:schemeClr val="tx1"/>
                          </a:solidFill>
                        </a:rPr>
                        <a:t>Diesel</a:t>
                      </a:r>
                    </a:p>
                  </a:txBody>
                  <a:tcPr marL="78287" marR="78287" marT="78287" marB="7828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45.5</a:t>
                      </a:r>
                    </a:p>
                  </a:txBody>
                  <a:tcPr marL="78287" marR="78287" marT="78287" marB="7828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High CO2</a:t>
                      </a:r>
                    </a:p>
                  </a:txBody>
                  <a:tcPr marL="78287" marR="78287" marT="78287" marB="7828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Liquid</a:t>
                      </a:r>
                    </a:p>
                  </a:txBody>
                  <a:tcPr marL="78287" marR="78287" marT="78287" marB="7828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305984337"/>
                  </a:ext>
                </a:extLst>
              </a:tr>
              <a:tr h="290534">
                <a:tc>
                  <a:txBody>
                    <a:bodyPr/>
                    <a:lstStyle/>
                    <a:p>
                      <a:pPr>
                        <a:buNone/>
                      </a:pPr>
                      <a:r>
                        <a:rPr lang="en-US" sz="700" b="1" cap="none" spc="0">
                          <a:solidFill>
                            <a:schemeClr val="tx1"/>
                          </a:solidFill>
                        </a:rPr>
                        <a:t>Biodiesel</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37.8</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Lower CO2, biodegradable</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Liquid</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218037329"/>
                  </a:ext>
                </a:extLst>
              </a:tr>
              <a:tr h="290534">
                <a:tc>
                  <a:txBody>
                    <a:bodyPr/>
                    <a:lstStyle/>
                    <a:p>
                      <a:pPr>
                        <a:buNone/>
                      </a:pPr>
                      <a:r>
                        <a:rPr lang="en-US" sz="700" b="1" cap="none" spc="0">
                          <a:solidFill>
                            <a:schemeClr val="tx1"/>
                          </a:solidFill>
                        </a:rPr>
                        <a:t>Ethanol</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26.8</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Lower CO, renewable</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Liquid</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36481172"/>
                  </a:ext>
                </a:extLst>
              </a:tr>
              <a:tr h="290534">
                <a:tc>
                  <a:txBody>
                    <a:bodyPr/>
                    <a:lstStyle/>
                    <a:p>
                      <a:pPr>
                        <a:buNone/>
                      </a:pPr>
                      <a:r>
                        <a:rPr lang="en-US" sz="700" b="1" cap="none" spc="0">
                          <a:solidFill>
                            <a:schemeClr val="tx1"/>
                          </a:solidFill>
                        </a:rPr>
                        <a:t>Hydrogen</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700" b="0" cap="none" spc="0">
                          <a:solidFill>
                            <a:schemeClr val="tx1"/>
                          </a:solidFill>
                        </a:rPr>
                        <a:t>120.0</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700" b="0" cap="none" spc="0">
                          <a:solidFill>
                            <a:schemeClr val="tx1"/>
                          </a:solidFill>
                        </a:rPr>
                        <a:t>Zero CO2, water vapor only</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700" b="0" cap="none" spc="0">
                          <a:solidFill>
                            <a:schemeClr val="tx1"/>
                          </a:solidFill>
                        </a:rPr>
                        <a:t>Gas</a:t>
                      </a:r>
                    </a:p>
                  </a:txBody>
                  <a:tcPr marL="78287" marR="78287" marT="78287" marB="7828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3909848269"/>
                  </a:ext>
                </a:extLst>
              </a:tr>
            </a:tbl>
          </a:graphicData>
        </a:graphic>
      </p:graphicFrame>
    </p:spTree>
    <p:extLst>
      <p:ext uri="{BB962C8B-B14F-4D97-AF65-F5344CB8AC3E}">
        <p14:creationId xmlns:p14="http://schemas.microsoft.com/office/powerpoint/2010/main" val="328686382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F5B28-DB5C-687F-DBE6-694907E8411E}"/>
              </a:ext>
            </a:extLst>
          </p:cNvPr>
          <p:cNvSpPr>
            <a:spLocks noGrp="1"/>
          </p:cNvSpPr>
          <p:nvPr>
            <p:ph type="ctrTitle"/>
          </p:nvPr>
        </p:nvSpPr>
        <p:spPr>
          <a:xfrm>
            <a:off x="612648" y="1001713"/>
            <a:ext cx="7909560" cy="5477510"/>
          </a:xfrm>
        </p:spPr>
        <p:txBody>
          <a:bodyPr anchor="b">
            <a:normAutofit/>
          </a:bodyPr>
          <a:lstStyle/>
          <a:p>
            <a:r>
              <a:rPr lang="en-US"/>
              <a:t>Advantages and Disadvantages</a:t>
            </a:r>
          </a:p>
        </p:txBody>
      </p:sp>
      <p:sp>
        <p:nvSpPr>
          <p:cNvPr id="4" name="Footer Placeholder 3">
            <a:extLst>
              <a:ext uri="{FF2B5EF4-FFF2-40B4-BE49-F238E27FC236}">
                <a16:creationId xmlns:a16="http://schemas.microsoft.com/office/drawing/2014/main" id="{A9206A40-B612-12DA-5C70-8B122ACF656D}"/>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FD0E69E6-B3A1-BE68-BD75-A529D0AFCE98}"/>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12/3/2025</a:t>
            </a:fld>
            <a:endParaRPr lang="en-US"/>
          </a:p>
        </p:txBody>
      </p:sp>
      <p:sp>
        <p:nvSpPr>
          <p:cNvPr id="6" name="Slide Number Placeholder 5">
            <a:extLst>
              <a:ext uri="{FF2B5EF4-FFF2-40B4-BE49-F238E27FC236}">
                <a16:creationId xmlns:a16="http://schemas.microsoft.com/office/drawing/2014/main" id="{EC13E49B-26EF-5637-9B9F-A55FC7DDE18F}"/>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Tree>
    <p:extLst>
      <p:ext uri="{BB962C8B-B14F-4D97-AF65-F5344CB8AC3E}">
        <p14:creationId xmlns:p14="http://schemas.microsoft.com/office/powerpoint/2010/main" val="427463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65CD-0E4C-F914-FD87-3167B8F487E0}"/>
              </a:ext>
            </a:extLst>
          </p:cNvPr>
          <p:cNvSpPr>
            <a:spLocks noGrp="1"/>
          </p:cNvSpPr>
          <p:nvPr>
            <p:ph type="title"/>
          </p:nvPr>
        </p:nvSpPr>
        <p:spPr>
          <a:xfrm>
            <a:off x="4487024" y="634999"/>
            <a:ext cx="6950232" cy="1124525"/>
          </a:xfrm>
        </p:spPr>
        <p:txBody>
          <a:bodyPr anchor="t">
            <a:normAutofit/>
          </a:bodyPr>
          <a:lstStyle/>
          <a:p>
            <a:r>
              <a:rPr lang="en-US"/>
              <a:t>Advantages of Alternative Fuels</a:t>
            </a:r>
          </a:p>
        </p:txBody>
      </p:sp>
      <p:sp>
        <p:nvSpPr>
          <p:cNvPr id="3" name="Footer Placeholder 2">
            <a:extLst>
              <a:ext uri="{FF2B5EF4-FFF2-40B4-BE49-F238E27FC236}">
                <a16:creationId xmlns:a16="http://schemas.microsoft.com/office/drawing/2014/main" id="{C2C2EFCA-D57D-30C5-1BE7-30942DC940BD}"/>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EE66C29B-9F36-16AC-C9A5-960BA719CCB0}"/>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8D04CBB3-E8B5-7452-546F-0C3F3678C033}"/>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pic>
        <p:nvPicPr>
          <p:cNvPr id="8" name="Content Placeholder 7" descr="3D illustration of smart grid">
            <a:extLst>
              <a:ext uri="{FF2B5EF4-FFF2-40B4-BE49-F238E27FC236}">
                <a16:creationId xmlns:a16="http://schemas.microsoft.com/office/drawing/2014/main" id="{27C8DF1E-719D-4635-B528-A344446C97FC}"/>
              </a:ext>
            </a:extLst>
          </p:cNvPr>
          <p:cNvPicPr>
            <a:picLocks noGrp="1" noChangeAspect="1"/>
          </p:cNvPicPr>
          <p:nvPr>
            <p:ph type="pic" sz="quarter" idx="13"/>
          </p:nvPr>
        </p:nvPicPr>
        <p:blipFill>
          <a:blip r:embed="rId3"/>
          <a:srcRect l="32605" r="35699" b="-1"/>
          <a:stretch>
            <a:fillRect/>
          </a:stretch>
        </p:blipFill>
        <p:spPr>
          <a:xfrm>
            <a:off x="598328" y="10"/>
            <a:ext cx="3256513" cy="6857990"/>
          </a:xfrm>
          <a:prstGeom prst="rect">
            <a:avLst/>
          </a:prstGeom>
          <a:noFill/>
        </p:spPr>
      </p:pic>
      <p:sp>
        <p:nvSpPr>
          <p:cNvPr id="7" name="Content Placeholder 6">
            <a:extLst>
              <a:ext uri="{FF2B5EF4-FFF2-40B4-BE49-F238E27FC236}">
                <a16:creationId xmlns:a16="http://schemas.microsoft.com/office/drawing/2014/main" id="{FA468897-2271-3E55-7A3B-925FD826DF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en-US" b="1"/>
              <a:t>Reduced Greenhouse Emissions</a:t>
            </a:r>
          </a:p>
          <a:p>
            <a:pPr marL="0" lvl="1" indent="0">
              <a:lnSpc>
                <a:spcPct val="110000"/>
              </a:lnSpc>
              <a:buFont typeface="Arial" panose="020B0604020202020204" pitchFamily="34" charset="0"/>
              <a:buNone/>
            </a:pPr>
            <a:r>
              <a:t>Alternative fuels reduce greenhouse gas emissions, helping to mitigate climate change and protect the environment.</a:t>
            </a:r>
            <a:endParaRPr lang="en-US"/>
          </a:p>
          <a:p>
            <a:pPr marL="0" indent="0">
              <a:lnSpc>
                <a:spcPct val="110000"/>
              </a:lnSpc>
              <a:spcBef>
                <a:spcPts val="2500"/>
              </a:spcBef>
              <a:buFont typeface="Arial" panose="020B0604020202020204" pitchFamily="34" charset="0"/>
              <a:buNone/>
            </a:pPr>
            <a:r>
              <a:rPr lang="en-US" b="1"/>
              <a:t>Renewable Resource Base</a:t>
            </a:r>
          </a:p>
          <a:p>
            <a:pPr marL="0" lvl="1" indent="0">
              <a:lnSpc>
                <a:spcPct val="110000"/>
              </a:lnSpc>
              <a:buFont typeface="Arial" panose="020B0604020202020204" pitchFamily="34" charset="0"/>
              <a:buNone/>
            </a:pPr>
            <a:r>
              <a:t>Many alternative fuels come from renewable sources, ensuring sustainable energy supply and less reliance on fossil fuels.</a:t>
            </a:r>
            <a:endParaRPr lang="en-US"/>
          </a:p>
          <a:p>
            <a:pPr marL="0" indent="0">
              <a:lnSpc>
                <a:spcPct val="110000"/>
              </a:lnSpc>
              <a:spcBef>
                <a:spcPts val="2500"/>
              </a:spcBef>
              <a:buFont typeface="Arial" panose="020B0604020202020204" pitchFamily="34" charset="0"/>
              <a:buNone/>
            </a:pPr>
            <a:r>
              <a:rPr lang="en-US" b="1"/>
              <a:t>Lower Environmental Impact</a:t>
            </a:r>
          </a:p>
          <a:p>
            <a:pPr marL="0" lvl="1" indent="0">
              <a:lnSpc>
                <a:spcPct val="110000"/>
              </a:lnSpc>
              <a:buFont typeface="Arial" panose="020B0604020202020204" pitchFamily="34" charset="0"/>
              <a:buNone/>
            </a:pPr>
            <a:r>
              <a:t>Alternative fuels are often biodegradable and produce fewer harmful pollutants, minimizing ecological damage.</a:t>
            </a:r>
            <a:endParaRPr lang="en-US"/>
          </a:p>
          <a:p>
            <a:pPr marL="0" indent="0">
              <a:lnSpc>
                <a:spcPct val="110000"/>
              </a:lnSpc>
              <a:spcBef>
                <a:spcPts val="2500"/>
              </a:spcBef>
              <a:buFont typeface="Arial" panose="020B0604020202020204" pitchFamily="34" charset="0"/>
              <a:buNone/>
            </a:pPr>
            <a:r>
              <a:rPr lang="en-US" b="1"/>
              <a:t>Enhanced Energy Security</a:t>
            </a:r>
          </a:p>
          <a:p>
            <a:pPr marL="0" lvl="1" indent="0">
              <a:lnSpc>
                <a:spcPct val="110000"/>
              </a:lnSpc>
              <a:buFont typeface="Arial" panose="020B0604020202020204" pitchFamily="34" charset="0"/>
              <a:buNone/>
            </a:pPr>
            <a:r>
              <a:t>Using alternative fuels diversifies energy sources and reduces dependence on imported oil, boosting energy security.</a:t>
            </a:r>
            <a:endParaRPr lang="en-US"/>
          </a:p>
        </p:txBody>
      </p:sp>
    </p:spTree>
    <p:extLst>
      <p:ext uri="{BB962C8B-B14F-4D97-AF65-F5344CB8AC3E}">
        <p14:creationId xmlns:p14="http://schemas.microsoft.com/office/powerpoint/2010/main" val="515743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4BECE-8C77-9035-07E0-75A8F2BD841B}"/>
              </a:ext>
            </a:extLst>
          </p:cNvPr>
          <p:cNvSpPr>
            <a:spLocks noGrp="1"/>
          </p:cNvSpPr>
          <p:nvPr>
            <p:ph type="title"/>
          </p:nvPr>
        </p:nvSpPr>
        <p:spPr>
          <a:xfrm>
            <a:off x="4487024" y="634999"/>
            <a:ext cx="6950232" cy="1124525"/>
          </a:xfrm>
        </p:spPr>
        <p:txBody>
          <a:bodyPr anchor="t">
            <a:normAutofit/>
          </a:bodyPr>
          <a:lstStyle/>
          <a:p>
            <a:r>
              <a:rPr lang="en-US"/>
              <a:t>Disadvantages of Alternative Fuels</a:t>
            </a:r>
          </a:p>
        </p:txBody>
      </p:sp>
      <p:sp>
        <p:nvSpPr>
          <p:cNvPr id="3" name="Footer Placeholder 2">
            <a:extLst>
              <a:ext uri="{FF2B5EF4-FFF2-40B4-BE49-F238E27FC236}">
                <a16:creationId xmlns:a16="http://schemas.microsoft.com/office/drawing/2014/main" id="{10BD04B2-6E8B-B3E5-9F5F-5F162AEBB80E}"/>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4EFF7441-1DCD-DE33-F23B-91A1DB7899D8}"/>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9EBDF959-D831-6EDA-41AE-1D8497A72865}"/>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pic>
        <p:nvPicPr>
          <p:cNvPr id="8" name="Content Placeholder 7" descr="generic gas station">
            <a:extLst>
              <a:ext uri="{FF2B5EF4-FFF2-40B4-BE49-F238E27FC236}">
                <a16:creationId xmlns:a16="http://schemas.microsoft.com/office/drawing/2014/main" id="{586E1E0E-276F-487A-8887-510F30A9E14A}"/>
              </a:ext>
            </a:extLst>
          </p:cNvPr>
          <p:cNvPicPr>
            <a:picLocks noGrp="1" noChangeAspect="1"/>
          </p:cNvPicPr>
          <p:nvPr>
            <p:ph type="pic" sz="quarter" idx="13"/>
          </p:nvPr>
        </p:nvPicPr>
        <p:blipFill>
          <a:blip r:embed="rId3"/>
          <a:srcRect l="26347" r="28899"/>
          <a:stretch>
            <a:fillRect/>
          </a:stretch>
        </p:blipFill>
        <p:spPr>
          <a:xfrm>
            <a:off x="598328" y="10"/>
            <a:ext cx="3256513" cy="6857990"/>
          </a:xfrm>
          <a:prstGeom prst="rect">
            <a:avLst/>
          </a:prstGeom>
          <a:noFill/>
        </p:spPr>
      </p:pic>
      <p:sp>
        <p:nvSpPr>
          <p:cNvPr id="7" name="Content Placeholder 6">
            <a:extLst>
              <a:ext uri="{FF2B5EF4-FFF2-40B4-BE49-F238E27FC236}">
                <a16:creationId xmlns:a16="http://schemas.microsoft.com/office/drawing/2014/main" id="{20601446-FC28-4FC7-FEF0-D01A9D41BE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en-US" b="1"/>
              <a:t>High Production Costs</a:t>
            </a:r>
          </a:p>
          <a:p>
            <a:pPr marL="0" lvl="1" indent="0">
              <a:lnSpc>
                <a:spcPct val="110000"/>
              </a:lnSpc>
              <a:buFont typeface="Arial" panose="020B0604020202020204" pitchFamily="34" charset="0"/>
              <a:buNone/>
            </a:pPr>
            <a:r>
              <a:t>Alternative fuels often have higher production costs, reducing their economic competitiveness without financial support.</a:t>
            </a:r>
            <a:endParaRPr lang="en-US"/>
          </a:p>
          <a:p>
            <a:pPr marL="0" indent="0">
              <a:lnSpc>
                <a:spcPct val="110000"/>
              </a:lnSpc>
              <a:spcBef>
                <a:spcPts val="2500"/>
              </a:spcBef>
              <a:buFont typeface="Arial" panose="020B0604020202020204" pitchFamily="34" charset="0"/>
              <a:buNone/>
            </a:pPr>
            <a:r>
              <a:rPr lang="en-US" b="1"/>
              <a:t>Infrastructure Limitations</a:t>
            </a:r>
          </a:p>
          <a:p>
            <a:pPr marL="0" lvl="1" indent="0">
              <a:lnSpc>
                <a:spcPct val="110000"/>
              </a:lnSpc>
              <a:buFont typeface="Arial" panose="020B0604020202020204" pitchFamily="34" charset="0"/>
              <a:buNone/>
            </a:pPr>
            <a:r>
              <a:t>Limited fueling stations and storage facilities hinder widespread adoption of alternative fuels.</a:t>
            </a:r>
            <a:endParaRPr lang="en-US"/>
          </a:p>
          <a:p>
            <a:pPr marL="0" indent="0">
              <a:lnSpc>
                <a:spcPct val="110000"/>
              </a:lnSpc>
              <a:spcBef>
                <a:spcPts val="2500"/>
              </a:spcBef>
              <a:buFont typeface="Arial" panose="020B0604020202020204" pitchFamily="34" charset="0"/>
              <a:buNone/>
            </a:pPr>
            <a:r>
              <a:rPr lang="en-US" b="1"/>
              <a:t>Lower Energy Density</a:t>
            </a:r>
          </a:p>
          <a:p>
            <a:pPr marL="0" lvl="1" indent="0">
              <a:lnSpc>
                <a:spcPct val="110000"/>
              </a:lnSpc>
              <a:buFont typeface="Arial" panose="020B0604020202020204" pitchFamily="34" charset="0"/>
              <a:buNone/>
            </a:pPr>
            <a:r>
              <a:t>Alternative fuels usually have lower energy density, causing reduced mileage and increased consumption.</a:t>
            </a:r>
            <a:endParaRPr lang="en-US"/>
          </a:p>
          <a:p>
            <a:pPr marL="0" indent="0">
              <a:lnSpc>
                <a:spcPct val="110000"/>
              </a:lnSpc>
              <a:spcBef>
                <a:spcPts val="2500"/>
              </a:spcBef>
              <a:buFont typeface="Arial" panose="020B0604020202020204" pitchFamily="34" charset="0"/>
              <a:buNone/>
            </a:pPr>
            <a:r>
              <a:rPr lang="en-US" b="1"/>
              <a:t>Technological Challenges</a:t>
            </a:r>
          </a:p>
          <a:p>
            <a:pPr marL="0" lvl="1" indent="0">
              <a:lnSpc>
                <a:spcPct val="110000"/>
              </a:lnSpc>
              <a:buFont typeface="Arial" panose="020B0604020202020204" pitchFamily="34" charset="0"/>
              <a:buNone/>
            </a:pPr>
            <a:r>
              <a:t>Engine compatibility and need for specialized equipment complicate the implementation of alternative fuels.</a:t>
            </a:r>
            <a:endParaRPr lang="en-US"/>
          </a:p>
        </p:txBody>
      </p:sp>
    </p:spTree>
    <p:extLst>
      <p:ext uri="{BB962C8B-B14F-4D97-AF65-F5344CB8AC3E}">
        <p14:creationId xmlns:p14="http://schemas.microsoft.com/office/powerpoint/2010/main" val="2954555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5A77-467F-A61F-1E3B-92969987EE8A}"/>
              </a:ext>
            </a:extLst>
          </p:cNvPr>
          <p:cNvSpPr>
            <a:spLocks noGrp="1"/>
          </p:cNvSpPr>
          <p:nvPr>
            <p:ph type="ctrTitle"/>
          </p:nvPr>
        </p:nvSpPr>
        <p:spPr>
          <a:xfrm>
            <a:off x="612648" y="1001713"/>
            <a:ext cx="7909560" cy="5477510"/>
          </a:xfrm>
        </p:spPr>
        <p:txBody>
          <a:bodyPr anchor="b">
            <a:normAutofit/>
          </a:bodyPr>
          <a:lstStyle/>
          <a:p>
            <a:r>
              <a:rPr lang="en-US"/>
              <a:t>Types of Alternative Fuels</a:t>
            </a:r>
          </a:p>
        </p:txBody>
      </p:sp>
      <p:sp>
        <p:nvSpPr>
          <p:cNvPr id="4" name="Footer Placeholder 3">
            <a:extLst>
              <a:ext uri="{FF2B5EF4-FFF2-40B4-BE49-F238E27FC236}">
                <a16:creationId xmlns:a16="http://schemas.microsoft.com/office/drawing/2014/main" id="{5CBE637B-2449-62AD-D0F1-78A33CBB1680}"/>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19208167-7F1B-1B88-23B7-D836225F38AD}"/>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12/3/2025</a:t>
            </a:fld>
            <a:endParaRPr lang="en-US"/>
          </a:p>
        </p:txBody>
      </p:sp>
      <p:sp>
        <p:nvSpPr>
          <p:cNvPr id="6" name="Slide Number Placeholder 5">
            <a:extLst>
              <a:ext uri="{FF2B5EF4-FFF2-40B4-BE49-F238E27FC236}">
                <a16:creationId xmlns:a16="http://schemas.microsoft.com/office/drawing/2014/main" id="{D1BF025C-96DB-B3D4-9EEB-8C8568216E8E}"/>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Tree>
    <p:extLst>
      <p:ext uri="{BB962C8B-B14F-4D97-AF65-F5344CB8AC3E}">
        <p14:creationId xmlns:p14="http://schemas.microsoft.com/office/powerpoint/2010/main" val="2132562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hanging engine oil">
            <a:extLst>
              <a:ext uri="{FF2B5EF4-FFF2-40B4-BE49-F238E27FC236}">
                <a16:creationId xmlns:a16="http://schemas.microsoft.com/office/drawing/2014/main" id="{E69CF854-7F14-4A0C-836A-9C75A7C37B2F}"/>
              </a:ext>
            </a:extLst>
          </p:cNvPr>
          <p:cNvPicPr>
            <a:picLocks noGrp="1" noChangeAspect="1"/>
          </p:cNvPicPr>
          <p:nvPr>
            <p:ph type="pic" sz="quarter" idx="13"/>
          </p:nvPr>
        </p:nvPicPr>
        <p:blipFill>
          <a:blip r:embed="rId3"/>
          <a:stretch/>
        </p:blipFill>
        <p:spPr>
          <a:xfrm>
            <a:off x="609600" y="2445057"/>
            <a:ext cx="4675632" cy="3506724"/>
          </a:xfrm>
          <a:prstGeom prst="rect">
            <a:avLst/>
          </a:prstGeom>
          <a:noFill/>
        </p:spPr>
      </p:pic>
      <p:sp>
        <p:nvSpPr>
          <p:cNvPr id="3" name="Footer Placeholder 2">
            <a:extLst>
              <a:ext uri="{FF2B5EF4-FFF2-40B4-BE49-F238E27FC236}">
                <a16:creationId xmlns:a16="http://schemas.microsoft.com/office/drawing/2014/main" id="{67A7D391-4F33-E7D0-B1B6-B176A2DECC06}"/>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E38EBB07-199D-1FC3-53B5-6BDBD8E1C6CE}"/>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08B4EBF9-DA8F-9F4B-6749-DA565C5C5B75}"/>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
        <p:nvSpPr>
          <p:cNvPr id="2" name="Title 1">
            <a:extLst>
              <a:ext uri="{FF2B5EF4-FFF2-40B4-BE49-F238E27FC236}">
                <a16:creationId xmlns:a16="http://schemas.microsoft.com/office/drawing/2014/main" id="{66B22AF5-D1FA-8407-220C-8B1262A0AA24}"/>
              </a:ext>
            </a:extLst>
          </p:cNvPr>
          <p:cNvSpPr>
            <a:spLocks noGrp="1"/>
          </p:cNvSpPr>
          <p:nvPr>
            <p:ph type="title"/>
          </p:nvPr>
        </p:nvSpPr>
        <p:spPr>
          <a:xfrm>
            <a:off x="612647" y="634999"/>
            <a:ext cx="4672584" cy="1269482"/>
          </a:xfrm>
        </p:spPr>
        <p:txBody>
          <a:bodyPr anchor="t">
            <a:normAutofit/>
          </a:bodyPr>
          <a:lstStyle/>
          <a:p>
            <a:r>
              <a:rPr lang="en-US"/>
              <a:t>Biodiesel</a:t>
            </a:r>
          </a:p>
        </p:txBody>
      </p:sp>
      <p:sp>
        <p:nvSpPr>
          <p:cNvPr id="7" name="Content Placeholder 6">
            <a:extLst>
              <a:ext uri="{FF2B5EF4-FFF2-40B4-BE49-F238E27FC236}">
                <a16:creationId xmlns:a16="http://schemas.microsoft.com/office/drawing/2014/main" id="{9C629365-64B3-A8F1-EC7B-C30D7AE2C52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Renewable Fuel Source</a:t>
            </a:r>
          </a:p>
          <a:p>
            <a:pPr marL="0" lvl="1" indent="0">
              <a:buFont typeface="Arial" panose="020B0604020202020204" pitchFamily="34" charset="0"/>
              <a:buNone/>
            </a:pPr>
            <a:r>
              <a:t>Biodiesel is made from renewable resources like vegetable oils, animal fats, and recycled cooking grease.</a:t>
            </a:r>
            <a:endParaRPr lang="en-US"/>
          </a:p>
          <a:p>
            <a:pPr marL="0" indent="0">
              <a:spcBef>
                <a:spcPts val="2500"/>
              </a:spcBef>
              <a:buFont typeface="Arial" panose="020B0604020202020204" pitchFamily="34" charset="0"/>
              <a:buNone/>
            </a:pPr>
            <a:r>
              <a:rPr lang="en-US" b="1"/>
              <a:t>Environmental Benefits</a:t>
            </a:r>
          </a:p>
          <a:p>
            <a:pPr marL="0" lvl="1" indent="0">
              <a:buFont typeface="Arial" panose="020B0604020202020204" pitchFamily="34" charset="0"/>
              <a:buNone/>
            </a:pPr>
            <a:r>
              <a:t>Biodiesel is biodegradable and produces fewer pollutants, reducing carbon dioxide emissions significantly.</a:t>
            </a:r>
            <a:endParaRPr lang="en-US"/>
          </a:p>
          <a:p>
            <a:pPr marL="0" indent="0">
              <a:spcBef>
                <a:spcPts val="2500"/>
              </a:spcBef>
              <a:buFont typeface="Arial" panose="020B0604020202020204" pitchFamily="34" charset="0"/>
              <a:buNone/>
            </a:pPr>
            <a:r>
              <a:rPr lang="en-US" b="1"/>
              <a:t>Engine Compatibility</a:t>
            </a:r>
          </a:p>
          <a:p>
            <a:pPr marL="0" lvl="1" indent="0">
              <a:buFont typeface="Arial" panose="020B0604020202020204" pitchFamily="34" charset="0"/>
              <a:buNone/>
            </a:pPr>
            <a:r>
              <a:t>Biodiesel works in existing diesel engines with minimal modifications, making it a practical fuel alternative.</a:t>
            </a:r>
            <a:endParaRPr lang="en-US"/>
          </a:p>
          <a:p>
            <a:pPr marL="0" indent="0">
              <a:spcBef>
                <a:spcPts val="2500"/>
              </a:spcBef>
              <a:buFont typeface="Arial" panose="020B0604020202020204" pitchFamily="34" charset="0"/>
              <a:buNone/>
            </a:pPr>
            <a:r>
              <a:rPr lang="en-US" b="1"/>
              <a:t>Sustainability Concerns</a:t>
            </a:r>
          </a:p>
          <a:p>
            <a:pPr marL="0" lvl="1" indent="0">
              <a:buFont typeface="Arial" panose="020B0604020202020204" pitchFamily="34" charset="0"/>
              <a:buNone/>
            </a:pPr>
            <a:r>
              <a:t>Large-scale biodiesel production may compete with food supply and require significant land, raising sustainability issues.</a:t>
            </a:r>
            <a:endParaRPr lang="en-US"/>
          </a:p>
        </p:txBody>
      </p:sp>
    </p:spTree>
    <p:extLst>
      <p:ext uri="{BB962C8B-B14F-4D97-AF65-F5344CB8AC3E}">
        <p14:creationId xmlns:p14="http://schemas.microsoft.com/office/powerpoint/2010/main" val="3973942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E86B-C8B0-67A7-4713-DF770DEAE29B}"/>
              </a:ext>
            </a:extLst>
          </p:cNvPr>
          <p:cNvSpPr>
            <a:spLocks noGrp="1"/>
          </p:cNvSpPr>
          <p:nvPr>
            <p:ph type="title"/>
          </p:nvPr>
        </p:nvSpPr>
        <p:spPr>
          <a:xfrm>
            <a:off x="4487024" y="634999"/>
            <a:ext cx="6950232" cy="1124525"/>
          </a:xfrm>
        </p:spPr>
        <p:txBody>
          <a:bodyPr anchor="t">
            <a:normAutofit/>
          </a:bodyPr>
          <a:lstStyle/>
          <a:p>
            <a:r>
              <a:rPr lang="en-US"/>
              <a:t>Power Alcohol (Ethanol)</a:t>
            </a:r>
          </a:p>
        </p:txBody>
      </p:sp>
      <p:sp>
        <p:nvSpPr>
          <p:cNvPr id="3" name="Footer Placeholder 2">
            <a:extLst>
              <a:ext uri="{FF2B5EF4-FFF2-40B4-BE49-F238E27FC236}">
                <a16:creationId xmlns:a16="http://schemas.microsoft.com/office/drawing/2014/main" id="{DA713CCE-3750-EC47-2B13-36D4EC16B323}"/>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03392954-96A9-D986-FBAF-F3FD1CEF0F09}"/>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B727EDCD-6718-494E-95A6-2CFDD234564C}"/>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pic>
        <p:nvPicPr>
          <p:cNvPr id="8" name="Content Placeholder 7" descr="Fuel concept on white background.">
            <a:extLst>
              <a:ext uri="{FF2B5EF4-FFF2-40B4-BE49-F238E27FC236}">
                <a16:creationId xmlns:a16="http://schemas.microsoft.com/office/drawing/2014/main" id="{69792383-BF3C-494A-BA25-50201CF00F91}"/>
              </a:ext>
            </a:extLst>
          </p:cNvPr>
          <p:cNvPicPr>
            <a:picLocks noGrp="1" noChangeAspect="1"/>
          </p:cNvPicPr>
          <p:nvPr>
            <p:ph type="pic" sz="quarter" idx="13"/>
          </p:nvPr>
        </p:nvPicPr>
        <p:blipFill>
          <a:blip r:embed="rId3"/>
          <a:srcRect l="5685" r="28592"/>
          <a:stretch>
            <a:fillRect/>
          </a:stretch>
        </p:blipFill>
        <p:spPr>
          <a:xfrm>
            <a:off x="598328" y="10"/>
            <a:ext cx="3256513" cy="6857990"/>
          </a:xfrm>
          <a:prstGeom prst="rect">
            <a:avLst/>
          </a:prstGeom>
          <a:noFill/>
        </p:spPr>
      </p:pic>
      <p:sp>
        <p:nvSpPr>
          <p:cNvPr id="7" name="Content Placeholder 6">
            <a:extLst>
              <a:ext uri="{FF2B5EF4-FFF2-40B4-BE49-F238E27FC236}">
                <a16:creationId xmlns:a16="http://schemas.microsoft.com/office/drawing/2014/main" id="{2FC748C6-E707-ABBC-0B3A-5B6022795C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spcBef>
                <a:spcPts val="2500"/>
              </a:spcBef>
              <a:buFont typeface="Arial" panose="020B0604020202020204" pitchFamily="34" charset="0"/>
              <a:buNone/>
            </a:pPr>
            <a:r>
              <a:rPr lang="en-US" b="1"/>
              <a:t>Ethanol as Biofuel</a:t>
            </a:r>
          </a:p>
          <a:p>
            <a:pPr marL="0" lvl="1" indent="0">
              <a:buFont typeface="Arial" panose="020B0604020202020204" pitchFamily="34" charset="0"/>
              <a:buNone/>
            </a:pPr>
            <a:r>
              <a:t>Ethanol is blended with petrol to improve octane rating and enhance engine performance.</a:t>
            </a:r>
            <a:endParaRPr lang="en-US"/>
          </a:p>
          <a:p>
            <a:pPr marL="0" indent="0">
              <a:spcBef>
                <a:spcPts val="2500"/>
              </a:spcBef>
              <a:buFont typeface="Arial" panose="020B0604020202020204" pitchFamily="34" charset="0"/>
              <a:buNone/>
            </a:pPr>
            <a:r>
              <a:rPr lang="en-US" b="1"/>
              <a:t>Renewable Production Sources</a:t>
            </a:r>
          </a:p>
          <a:p>
            <a:pPr marL="0" lvl="1" indent="0">
              <a:buFont typeface="Arial" panose="020B0604020202020204" pitchFamily="34" charset="0"/>
              <a:buNone/>
            </a:pPr>
            <a:r>
              <a:t>Ethanol is produced from renewable biomass sources like sugarcane and corn crops.</a:t>
            </a:r>
            <a:endParaRPr lang="en-US"/>
          </a:p>
          <a:p>
            <a:pPr marL="0" indent="0">
              <a:spcBef>
                <a:spcPts val="2500"/>
              </a:spcBef>
              <a:buFont typeface="Arial" panose="020B0604020202020204" pitchFamily="34" charset="0"/>
              <a:buNone/>
            </a:pPr>
            <a:r>
              <a:rPr lang="en-US" b="1"/>
              <a:t>Environmental Benefits</a:t>
            </a:r>
          </a:p>
          <a:p>
            <a:pPr marL="0" lvl="1" indent="0">
              <a:buFont typeface="Arial" panose="020B0604020202020204" pitchFamily="34" charset="0"/>
              <a:buNone/>
            </a:pPr>
            <a:r>
              <a:t>Ethanol reduces carbon monoxide emissions contributing to cleaner combustion in engines.</a:t>
            </a:r>
            <a:endParaRPr lang="en-US"/>
          </a:p>
          <a:p>
            <a:pPr marL="0" indent="0">
              <a:spcBef>
                <a:spcPts val="2500"/>
              </a:spcBef>
              <a:buFont typeface="Arial" panose="020B0604020202020204" pitchFamily="34" charset="0"/>
              <a:buNone/>
            </a:pPr>
            <a:r>
              <a:rPr lang="en-US" b="1"/>
              <a:t>Challenges of Ethanol Use</a:t>
            </a:r>
          </a:p>
          <a:p>
            <a:pPr marL="0" lvl="1" indent="0">
              <a:buFont typeface="Arial" panose="020B0604020202020204" pitchFamily="34" charset="0"/>
              <a:buNone/>
            </a:pPr>
            <a:r>
              <a:t>Lower energy density increases fuel consumption and large-scale production may impact water and food resources.</a:t>
            </a:r>
            <a:endParaRPr lang="en-US"/>
          </a:p>
        </p:txBody>
      </p:sp>
    </p:spTree>
    <p:extLst>
      <p:ext uri="{BB962C8B-B14F-4D97-AF65-F5344CB8AC3E}">
        <p14:creationId xmlns:p14="http://schemas.microsoft.com/office/powerpoint/2010/main" val="434751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3D illustration of modern truck">
            <a:extLst>
              <a:ext uri="{FF2B5EF4-FFF2-40B4-BE49-F238E27FC236}">
                <a16:creationId xmlns:a16="http://schemas.microsoft.com/office/drawing/2014/main" id="{4EC452C2-A23C-4026-A420-87400B9A6A0C}"/>
              </a:ext>
            </a:extLst>
          </p:cNvPr>
          <p:cNvPicPr>
            <a:picLocks noGrp="1" noChangeAspect="1"/>
          </p:cNvPicPr>
          <p:nvPr>
            <p:ph type="pic" sz="quarter" idx="13"/>
          </p:nvPr>
        </p:nvPicPr>
        <p:blipFill>
          <a:blip r:embed="rId3"/>
          <a:srcRect l="8369" r="26677" b="-1"/>
          <a:stretch>
            <a:fillRect/>
          </a:stretch>
        </p:blipFill>
        <p:spPr>
          <a:xfrm>
            <a:off x="609600" y="2173849"/>
            <a:ext cx="4675632" cy="4049141"/>
          </a:xfrm>
          <a:prstGeom prst="rect">
            <a:avLst/>
          </a:prstGeom>
          <a:noFill/>
        </p:spPr>
      </p:pic>
      <p:sp>
        <p:nvSpPr>
          <p:cNvPr id="3" name="Footer Placeholder 2">
            <a:extLst>
              <a:ext uri="{FF2B5EF4-FFF2-40B4-BE49-F238E27FC236}">
                <a16:creationId xmlns:a16="http://schemas.microsoft.com/office/drawing/2014/main" id="{CD727FFE-8DD4-02B6-71CF-EBBEBBB191C6}"/>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EF0B9665-888B-AE73-26D1-DDD69878B780}"/>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A5ABC9A1-B495-C718-7CA9-C4ECB48CB4EA}"/>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12</a:t>
            </a:fld>
            <a:endParaRPr lang="en-US"/>
          </a:p>
        </p:txBody>
      </p:sp>
      <p:sp>
        <p:nvSpPr>
          <p:cNvPr id="2" name="Title 1">
            <a:extLst>
              <a:ext uri="{FF2B5EF4-FFF2-40B4-BE49-F238E27FC236}">
                <a16:creationId xmlns:a16="http://schemas.microsoft.com/office/drawing/2014/main" id="{21B39C23-EACC-35AA-E273-22E6C9D4C63C}"/>
              </a:ext>
            </a:extLst>
          </p:cNvPr>
          <p:cNvSpPr>
            <a:spLocks noGrp="1"/>
          </p:cNvSpPr>
          <p:nvPr>
            <p:ph type="title"/>
          </p:nvPr>
        </p:nvSpPr>
        <p:spPr>
          <a:xfrm>
            <a:off x="612647" y="634999"/>
            <a:ext cx="4672584" cy="1269482"/>
          </a:xfrm>
        </p:spPr>
        <p:txBody>
          <a:bodyPr anchor="t">
            <a:normAutofit/>
          </a:bodyPr>
          <a:lstStyle/>
          <a:p>
            <a:r>
              <a:rPr lang="en-US"/>
              <a:t>Hydrogen</a:t>
            </a:r>
          </a:p>
        </p:txBody>
      </p:sp>
      <p:sp>
        <p:nvSpPr>
          <p:cNvPr id="7" name="Content Placeholder 6">
            <a:extLst>
              <a:ext uri="{FF2B5EF4-FFF2-40B4-BE49-F238E27FC236}">
                <a16:creationId xmlns:a16="http://schemas.microsoft.com/office/drawing/2014/main" id="{2E9B5832-F78E-E6BF-2D85-9A396640B2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Clean Fuel Benefits</a:t>
            </a:r>
          </a:p>
          <a:p>
            <a:pPr marL="0" lvl="1" indent="0">
              <a:buFont typeface="Arial" panose="020B0604020202020204" pitchFamily="34" charset="0"/>
              <a:buNone/>
            </a:pPr>
            <a:r>
              <a:t>Hydrogen combustion produces only water vapor, making it an environmentally friendly energy source.</a:t>
            </a:r>
            <a:endParaRPr lang="en-US"/>
          </a:p>
          <a:p>
            <a:pPr marL="0" indent="0">
              <a:spcBef>
                <a:spcPts val="2500"/>
              </a:spcBef>
              <a:buFont typeface="Arial" panose="020B0604020202020204" pitchFamily="34" charset="0"/>
              <a:buNone/>
            </a:pPr>
            <a:r>
              <a:rPr lang="en-US" b="1"/>
              <a:t>High Energy Efficiency</a:t>
            </a:r>
          </a:p>
          <a:p>
            <a:pPr marL="0" lvl="1" indent="0">
              <a:buFont typeface="Arial" panose="020B0604020202020204" pitchFamily="34" charset="0"/>
              <a:buNone/>
            </a:pPr>
            <a:r>
              <a:t>Hydrogen has a high energy content per kilogram, enabling efficient energy storage and use.</a:t>
            </a:r>
            <a:endParaRPr lang="en-US"/>
          </a:p>
          <a:p>
            <a:pPr marL="0" indent="0">
              <a:spcBef>
                <a:spcPts val="2500"/>
              </a:spcBef>
              <a:buFont typeface="Arial" panose="020B0604020202020204" pitchFamily="34" charset="0"/>
              <a:buNone/>
            </a:pPr>
            <a:r>
              <a:rPr lang="en-US" b="1"/>
              <a:t>Storage and Distribution Challenges</a:t>
            </a:r>
          </a:p>
          <a:p>
            <a:pPr marL="0" lvl="1" indent="0">
              <a:buFont typeface="Arial" panose="020B0604020202020204" pitchFamily="34" charset="0"/>
              <a:buNone/>
            </a:pPr>
            <a:r>
              <a:t>Hydrogen's low density requires high-pressure or cryogenic systems for safe storage and transport.</a:t>
            </a:r>
            <a:endParaRPr lang="en-US"/>
          </a:p>
          <a:p>
            <a:pPr marL="0" indent="0">
              <a:spcBef>
                <a:spcPts val="2500"/>
              </a:spcBef>
              <a:buFont typeface="Arial" panose="020B0604020202020204" pitchFamily="34" charset="0"/>
              <a:buNone/>
            </a:pPr>
            <a:r>
              <a:rPr lang="en-US" b="1"/>
              <a:t>Future Energy Role</a:t>
            </a:r>
          </a:p>
          <a:p>
            <a:pPr marL="0" lvl="1" indent="0">
              <a:buFont typeface="Arial" panose="020B0604020202020204" pitchFamily="34" charset="0"/>
              <a:buNone/>
            </a:pPr>
            <a:r>
              <a:t>Hydrogen's zero-emission potential positions it as a key player in sustainable transportation and energy strategies.</a:t>
            </a:r>
            <a:endParaRPr lang="en-US"/>
          </a:p>
        </p:txBody>
      </p:sp>
    </p:spTree>
    <p:extLst>
      <p:ext uri="{BB962C8B-B14F-4D97-AF65-F5344CB8AC3E}">
        <p14:creationId xmlns:p14="http://schemas.microsoft.com/office/powerpoint/2010/main" val="1841209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973ED-E9C2-A798-3642-E742B523DFA3}"/>
              </a:ext>
            </a:extLst>
          </p:cNvPr>
          <p:cNvSpPr>
            <a:spLocks noGrp="1"/>
          </p:cNvSpPr>
          <p:nvPr>
            <p:ph type="ctrTitle"/>
          </p:nvPr>
        </p:nvSpPr>
        <p:spPr>
          <a:xfrm>
            <a:off x="612648" y="1001713"/>
            <a:ext cx="7909560" cy="5477510"/>
          </a:xfrm>
        </p:spPr>
        <p:txBody>
          <a:bodyPr anchor="b">
            <a:normAutofit/>
          </a:bodyPr>
          <a:lstStyle/>
          <a:p>
            <a:r>
              <a:rPr lang="en-US"/>
              <a:t>Energy Density Comparison</a:t>
            </a:r>
          </a:p>
        </p:txBody>
      </p:sp>
      <p:sp>
        <p:nvSpPr>
          <p:cNvPr id="4" name="Footer Placeholder 3">
            <a:extLst>
              <a:ext uri="{FF2B5EF4-FFF2-40B4-BE49-F238E27FC236}">
                <a16:creationId xmlns:a16="http://schemas.microsoft.com/office/drawing/2014/main" id="{93BA9564-DFF2-5A21-E758-8A351A44F22F}"/>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054CD0B4-CD49-240F-4FF8-4BEFF5A15FF5}"/>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12/3/2025</a:t>
            </a:fld>
            <a:endParaRPr lang="en-US"/>
          </a:p>
        </p:txBody>
      </p:sp>
      <p:sp>
        <p:nvSpPr>
          <p:cNvPr id="6" name="Slide Number Placeholder 5">
            <a:extLst>
              <a:ext uri="{FF2B5EF4-FFF2-40B4-BE49-F238E27FC236}">
                <a16:creationId xmlns:a16="http://schemas.microsoft.com/office/drawing/2014/main" id="{2DCAAB8D-1679-87B7-4B57-47771879DA03}"/>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spTree>
    <p:extLst>
      <p:ext uri="{BB962C8B-B14F-4D97-AF65-F5344CB8AC3E}">
        <p14:creationId xmlns:p14="http://schemas.microsoft.com/office/powerpoint/2010/main" val="924746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7A879-B49D-BC1D-E06C-F78A96FDBF67}"/>
              </a:ext>
            </a:extLst>
          </p:cNvPr>
          <p:cNvSpPr>
            <a:spLocks noGrp="1"/>
          </p:cNvSpPr>
          <p:nvPr>
            <p:ph type="title"/>
          </p:nvPr>
        </p:nvSpPr>
        <p:spPr>
          <a:xfrm>
            <a:off x="2790911" y="2133600"/>
            <a:ext cx="6623436" cy="1070776"/>
          </a:xfrm>
        </p:spPr>
        <p:txBody>
          <a:bodyPr anchor="b">
            <a:normAutofit/>
          </a:bodyPr>
          <a:lstStyle/>
          <a:p>
            <a:r>
              <a:rPr lang="en-US"/>
              <a:t>Chart Analysis</a:t>
            </a:r>
          </a:p>
        </p:txBody>
      </p:sp>
      <p:sp>
        <p:nvSpPr>
          <p:cNvPr id="3" name="Footer Placeholder 2">
            <a:extLst>
              <a:ext uri="{FF2B5EF4-FFF2-40B4-BE49-F238E27FC236}">
                <a16:creationId xmlns:a16="http://schemas.microsoft.com/office/drawing/2014/main" id="{7D47FF63-7AEE-AAA9-AC8D-46E0006BDBD4}"/>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dirty="0"/>
              <a:t>SAMPLE FOOTER TEXT</a:t>
            </a:r>
            <a:endParaRPr lang="en-US"/>
          </a:p>
        </p:txBody>
      </p:sp>
      <p:sp>
        <p:nvSpPr>
          <p:cNvPr id="4" name="Date Placeholder 3">
            <a:extLst>
              <a:ext uri="{FF2B5EF4-FFF2-40B4-BE49-F238E27FC236}">
                <a16:creationId xmlns:a16="http://schemas.microsoft.com/office/drawing/2014/main" id="{1C58F1E5-227F-B192-2156-F8B315A72412}"/>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553ED406-9BBB-8243-8F57-F2904DFCFBBC}" type="datetime1">
              <a:rPr lang="en-US" smtClean="0"/>
              <a:pPr>
                <a:spcAft>
                  <a:spcPts val="600"/>
                </a:spcAft>
              </a:pPr>
              <a:t>12/3/2025</a:t>
            </a:fld>
            <a:endParaRPr lang="en-US"/>
          </a:p>
        </p:txBody>
      </p:sp>
      <p:sp>
        <p:nvSpPr>
          <p:cNvPr id="5" name="Slide Number Placeholder 4">
            <a:extLst>
              <a:ext uri="{FF2B5EF4-FFF2-40B4-BE49-F238E27FC236}">
                <a16:creationId xmlns:a16="http://schemas.microsoft.com/office/drawing/2014/main" id="{0FE4129D-4B26-F006-53DE-A5B513A17BD6}"/>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14</a:t>
            </a:fld>
            <a:endParaRPr lang="en-US"/>
          </a:p>
        </p:txBody>
      </p:sp>
      <p:graphicFrame>
        <p:nvGraphicFramePr>
          <p:cNvPr id="8" name="Content Placeholder 7">
            <a:extLst>
              <a:ext uri="{FF2B5EF4-FFF2-40B4-BE49-F238E27FC236}">
                <a16:creationId xmlns:a16="http://schemas.microsoft.com/office/drawing/2014/main" id="{93E78421-6620-4BC2-9072-670227CBB902}"/>
              </a:ext>
            </a:extLst>
          </p:cNvPr>
          <p:cNvGraphicFramePr>
            <a:graphicFrameLocks noGrp="1"/>
          </p:cNvGraphicFramePr>
          <p:nvPr>
            <p:ph sz="quarter" idx="13"/>
          </p:nvPr>
        </p:nvGraphicFramePr>
        <p:xfrm>
          <a:off x="3768725" y="3424259"/>
          <a:ext cx="4659314" cy="1973222"/>
        </p:xfrm>
        <a:graphic>
          <a:graphicData uri="http://schemas.openxmlformats.org/drawingml/2006/table">
            <a:tbl>
              <a:tblPr firstRow="1" bandRow="1">
                <a:noFill/>
                <a:tableStyleId>{5C22544A-7EE6-4342-B048-85BDC9FD1C3A}</a:tableStyleId>
              </a:tblPr>
              <a:tblGrid>
                <a:gridCol w="2052118">
                  <a:extLst>
                    <a:ext uri="{9D8B030D-6E8A-4147-A177-3AD203B41FA5}">
                      <a16:colId xmlns:a16="http://schemas.microsoft.com/office/drawing/2014/main" val="4081712421"/>
                    </a:ext>
                  </a:extLst>
                </a:gridCol>
                <a:gridCol w="2607196">
                  <a:extLst>
                    <a:ext uri="{9D8B030D-6E8A-4147-A177-3AD203B41FA5}">
                      <a16:colId xmlns:a16="http://schemas.microsoft.com/office/drawing/2014/main" val="2542138152"/>
                    </a:ext>
                  </a:extLst>
                </a:gridCol>
              </a:tblGrid>
              <a:tr h="422502">
                <a:tc>
                  <a:txBody>
                    <a:bodyPr/>
                    <a:lstStyle/>
                    <a:p>
                      <a:pPr>
                        <a:buNone/>
                      </a:pPr>
                      <a:r>
                        <a:rPr lang="en-US" sz="1200" b="1" cap="all" spc="150">
                          <a:solidFill>
                            <a:schemeClr val="tx1"/>
                          </a:solidFill>
                        </a:rPr>
                        <a:t>Fuel</a:t>
                      </a:r>
                    </a:p>
                  </a:txBody>
                  <a:tcPr marL="104465" marR="104465" marT="104465" marB="104465"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a:solidFill>
                            <a:schemeClr val="tx1"/>
                          </a:solidFill>
                        </a:rPr>
                        <a:t>Energy Density (MJ/kg)</a:t>
                      </a:r>
                    </a:p>
                  </a:txBody>
                  <a:tcPr marL="104465" marR="104465" marT="104465" marB="104465"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722348829"/>
                  </a:ext>
                </a:extLst>
              </a:tr>
              <a:tr h="387680">
                <a:tc>
                  <a:txBody>
                    <a:bodyPr/>
                    <a:lstStyle/>
                    <a:p>
                      <a:pPr>
                        <a:buNone/>
                      </a:pPr>
                      <a:r>
                        <a:rPr lang="en-US" sz="1000" b="1" cap="none" spc="0">
                          <a:solidFill>
                            <a:schemeClr val="tx1"/>
                          </a:solidFill>
                        </a:rPr>
                        <a:t>Diesel</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000" cap="none" spc="0">
                          <a:solidFill>
                            <a:schemeClr val="tx1"/>
                          </a:solidFill>
                        </a:rPr>
                        <a:t>45.5</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771588336"/>
                  </a:ext>
                </a:extLst>
              </a:tr>
              <a:tr h="387680">
                <a:tc>
                  <a:txBody>
                    <a:bodyPr/>
                    <a:lstStyle/>
                    <a:p>
                      <a:pPr>
                        <a:buNone/>
                      </a:pPr>
                      <a:r>
                        <a:rPr lang="en-US" sz="1000" b="1" cap="none" spc="0">
                          <a:solidFill>
                            <a:schemeClr val="tx1"/>
                          </a:solidFill>
                        </a:rPr>
                        <a:t>Biodiesel</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000" cap="none" spc="0">
                          <a:solidFill>
                            <a:schemeClr val="tx1"/>
                          </a:solidFill>
                        </a:rPr>
                        <a:t>37.8</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799635842"/>
                  </a:ext>
                </a:extLst>
              </a:tr>
              <a:tr h="387680">
                <a:tc>
                  <a:txBody>
                    <a:bodyPr/>
                    <a:lstStyle/>
                    <a:p>
                      <a:pPr>
                        <a:buNone/>
                      </a:pPr>
                      <a:r>
                        <a:rPr lang="en-US" sz="1000" b="1" cap="none" spc="0">
                          <a:solidFill>
                            <a:schemeClr val="tx1"/>
                          </a:solidFill>
                        </a:rPr>
                        <a:t>Ethanol</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000" cap="none" spc="0">
                          <a:solidFill>
                            <a:schemeClr val="tx1"/>
                          </a:solidFill>
                        </a:rPr>
                        <a:t>26.8</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19918812"/>
                  </a:ext>
                </a:extLst>
              </a:tr>
              <a:tr h="387680">
                <a:tc>
                  <a:txBody>
                    <a:bodyPr/>
                    <a:lstStyle/>
                    <a:p>
                      <a:pPr>
                        <a:buNone/>
                      </a:pPr>
                      <a:r>
                        <a:rPr lang="en-US" sz="1000" b="1" cap="none" spc="0">
                          <a:solidFill>
                            <a:schemeClr val="tx1"/>
                          </a:solidFill>
                        </a:rPr>
                        <a:t>Hydrogen</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000" cap="none" spc="0">
                          <a:solidFill>
                            <a:schemeClr val="tx1"/>
                          </a:solidFill>
                        </a:rPr>
                        <a:t>120.0</a:t>
                      </a:r>
                    </a:p>
                  </a:txBody>
                  <a:tcPr marL="104465" marR="104465" marT="104465" marB="104465"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4119097571"/>
                  </a:ext>
                </a:extLst>
              </a:tr>
            </a:tbl>
          </a:graphicData>
        </a:graphic>
      </p:graphicFrame>
    </p:spTree>
    <p:extLst>
      <p:ext uri="{BB962C8B-B14F-4D97-AF65-F5344CB8AC3E}">
        <p14:creationId xmlns:p14="http://schemas.microsoft.com/office/powerpoint/2010/main" val="2044733510"/>
      </p:ext>
    </p:extLst>
  </p:cSld>
  <p:clrMapOvr>
    <a:masterClrMapping/>
  </p:clrMapOvr>
  <p:transition>
    <p:fade/>
  </p:transition>
</p:sld>
</file>

<file path=ppt/theme/theme1.xml><?xml version="1.0" encoding="utf-8"?>
<a:theme xmlns:a="http://schemas.openxmlformats.org/drawingml/2006/main" name="Japandi linear">
  <a:themeElements>
    <a:clrScheme name="Japandi linear 2">
      <a:dk1>
        <a:srgbClr val="000000"/>
      </a:dk1>
      <a:lt1>
        <a:srgbClr val="FFFFFF"/>
      </a:lt1>
      <a:dk2>
        <a:srgbClr val="2C3832"/>
      </a:dk2>
      <a:lt2>
        <a:srgbClr val="F2EDE3"/>
      </a:lt2>
      <a:accent1>
        <a:srgbClr val="B79C8F"/>
      </a:accent1>
      <a:accent2>
        <a:srgbClr val="8A835B"/>
      </a:accent2>
      <a:accent3>
        <a:srgbClr val="A3A588"/>
      </a:accent3>
      <a:accent4>
        <a:srgbClr val="A39382"/>
      </a:accent4>
      <a:accent5>
        <a:srgbClr val="87A3BF"/>
      </a:accent5>
      <a:accent6>
        <a:srgbClr val="6464A0"/>
      </a:accent6>
      <a:hlink>
        <a:srgbClr val="BF6E45"/>
      </a:hlink>
      <a:folHlink>
        <a:srgbClr val="B3932A"/>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Copilot Layouts_win32_SD_V13" id="{1A98D2ED-8D8F-4042-89AC-2EE345497259}" vid="{2E77DE8A-CCF8-42DD-89D0-20AB94D79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D1CEDABF-7176-4A42-8EF9-E5D4DD31FF6C}">
  <ds:schemaRefs>
    <ds:schemaRef ds:uri="http://schemas.microsoft.com/office/2006/documentManagement/types"/>
    <ds:schemaRef ds:uri="http://schemas.microsoft.com/sharepoint/v3"/>
    <ds:schemaRef ds:uri="http://schemas.microsoft.com/office/infopath/2007/PartnerControls"/>
    <ds:schemaRef ds:uri="http://schemas.openxmlformats.org/package/2006/metadata/core-properties"/>
    <ds:schemaRef ds:uri="http://purl.org/dc/elements/1.1/"/>
    <ds:schemaRef ds:uri="230e9df3-be65-4c73-a93b-d1236ebd677e"/>
    <ds:schemaRef ds:uri="16c05727-aa75-4e4a-9b5f-8a80a1165891"/>
    <ds:schemaRef ds:uri="71af3243-3dd4-4a8d-8c0d-dd76da1f02a5"/>
    <ds:schemaRef ds:uri="http://www.w3.org/XML/1998/namespace"/>
    <ds:schemaRef ds:uri="http://schemas.microsoft.com/office/2006/metadata/properties"/>
    <ds:schemaRef ds:uri="http://purl.org/dc/dcmitype/"/>
    <ds:schemaRef ds:uri="http://purl.org/dc/te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117</TotalTime>
  <Words>10</Words>
  <Application>Microsoft Office PowerPoint</Application>
  <PresentationFormat>Widescreen</PresentationFormat>
  <Paragraphs>6</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Japandi linear</vt:lpstr>
      <vt:lpstr>Alternative Fuels: Properties, Advantages, Disadvantages, and Types</vt:lpstr>
      <vt:lpstr>Introduction to Alternative Fuels</vt:lpstr>
      <vt:lpstr>Overview of Alternative Fuels</vt:lpstr>
      <vt:lpstr>Properties of Alternative Fuels</vt:lpstr>
      <vt:lpstr>Key Characteristics</vt:lpstr>
      <vt:lpstr>Advantages and Disadvantages</vt:lpstr>
      <vt:lpstr>Advantages of Alternative Fuels</vt:lpstr>
      <vt:lpstr>Disadvantages of Alternative Fuels</vt:lpstr>
      <vt:lpstr>Types of Alternative Fuels</vt:lpstr>
      <vt:lpstr>Biodiesel</vt:lpstr>
      <vt:lpstr>Power Alcohol (Ethanol)</vt:lpstr>
      <vt:lpstr>Hydrogen</vt:lpstr>
      <vt:lpstr>Energy Density Comparison</vt:lpstr>
      <vt:lpstr>Chart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created xsi:type="dcterms:W3CDTF">2025-08-05T03:29:54Z</dcterms:created>
  <dcterms:modified xsi:type="dcterms:W3CDTF">2025-12-04T06:25:30Z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